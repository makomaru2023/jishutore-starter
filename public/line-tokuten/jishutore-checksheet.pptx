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8"/>
    <p:restoredTop sz="94610"/>
  </p:normalViewPr>
  <p:slideViewPr>
    <p:cSldViewPr snapToGrid="0" snapToObjects="1">
      <p:cViewPr varScale="1">
        <p:scale>
          <a:sx n="177" d="100"/>
          <a:sy n="177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59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A90B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6400800" cy="2926080"/>
          </a:xfrm>
          <a:prstGeom prst="rect">
            <a:avLst/>
          </a:prstGeom>
          <a:solidFill>
            <a:srgbClr val="E8F2F8"/>
          </a:solidFill>
          <a:ln w="19050">
            <a:solidFill>
              <a:srgbClr val="4A9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自主トレチェックシート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（30日）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毎日の積み重ねで「できる」を増やそう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0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使い方ガイド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3つのステップで、自主トレを続けやすくします。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56032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554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目標を決める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取り組みたい運動の名前や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1日の目標回数を記入します。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小さな目標からでOK！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325880"/>
            <a:ext cx="256032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325880"/>
            <a:ext cx="256032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544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毎日チェック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運動ができたら、その日の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チェック欄に ✓ を入れます。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1日3回分のチェック欄あり。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26480" y="1325880"/>
            <a:ext cx="256032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1325880"/>
            <a:ext cx="256032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55448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2648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振り返りを書く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093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30日後、できたことや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難しかったことを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振り返りシートに記入。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8F2F8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ポイント：「完璧」を目指さず、「少しでもできた」を大切に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90B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自主トレチェックシート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822960"/>
            <a:ext cx="301752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502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14630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502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回数：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822960"/>
            <a:ext cx="18288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33856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07008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07008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3896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07008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53896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93392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66544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66544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66544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13432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52928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98648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926080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2968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72968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72968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12464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58184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85616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2504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85616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32504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85616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32504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645152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45152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45152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31536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77256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504688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51576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04688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504688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51576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91072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36792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364224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1112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64224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1112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64224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11112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150608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96328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223760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70648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223760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70648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223760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70648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10144" y="96012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55864" y="996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8083296" y="13075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0184" y="1307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083296" y="15819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30184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83296" y="1856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0184" y="18562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347472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4360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47472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4360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47472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4360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1133856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79576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1207008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53896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207008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453896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207008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53896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993392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039112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2066544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13432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066544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313432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2066544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313432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852928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898648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2926080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172968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2926080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72968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2926080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172968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3712464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58184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3785616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032504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785616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032504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3785616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032504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572000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617720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32" name="Shape 130"/>
          <p:cNvSpPr/>
          <p:nvPr/>
        </p:nvSpPr>
        <p:spPr>
          <a:xfrm>
            <a:off x="4645152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892040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645152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892040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4645152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92040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5431536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477256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0" name="Shape 138"/>
          <p:cNvSpPr/>
          <p:nvPr/>
        </p:nvSpPr>
        <p:spPr>
          <a:xfrm>
            <a:off x="5504688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751576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5504688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751576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5504688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751576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6291072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336792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48" name="Shape 146"/>
          <p:cNvSpPr/>
          <p:nvPr/>
        </p:nvSpPr>
        <p:spPr>
          <a:xfrm>
            <a:off x="6364224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611112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6364224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11112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6364224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611112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7150608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196328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7223760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470648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7223760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470648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7223760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470648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8010144" y="2194560"/>
            <a:ext cx="859536" cy="1234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055864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64" name="Shape 162"/>
          <p:cNvSpPr/>
          <p:nvPr/>
        </p:nvSpPr>
        <p:spPr>
          <a:xfrm>
            <a:off x="8083296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330184" y="2542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8083296" y="281635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330184" y="2816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8083296" y="30906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330184" y="30906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274320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20040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172" name="Shape 170"/>
          <p:cNvSpPr/>
          <p:nvPr/>
        </p:nvSpPr>
        <p:spPr>
          <a:xfrm>
            <a:off x="347472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94360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347472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94360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347472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94360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1133856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179576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1207008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453896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1207008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453896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1207008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453896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1993392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039112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188" name="Shape 186"/>
          <p:cNvSpPr/>
          <p:nvPr/>
        </p:nvSpPr>
        <p:spPr>
          <a:xfrm>
            <a:off x="2066544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313432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2066544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313432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2066544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313432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2852928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898648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196" name="Shape 194"/>
          <p:cNvSpPr/>
          <p:nvPr/>
        </p:nvSpPr>
        <p:spPr>
          <a:xfrm>
            <a:off x="2926080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172968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2926080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172968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2926080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172968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3712464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758184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204" name="Shape 202"/>
          <p:cNvSpPr/>
          <p:nvPr/>
        </p:nvSpPr>
        <p:spPr>
          <a:xfrm>
            <a:off x="3785616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032504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3785616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032504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08" name="Shape 206"/>
          <p:cNvSpPr/>
          <p:nvPr/>
        </p:nvSpPr>
        <p:spPr>
          <a:xfrm>
            <a:off x="3785616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032504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4572000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617720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212" name="Shape 210"/>
          <p:cNvSpPr/>
          <p:nvPr/>
        </p:nvSpPr>
        <p:spPr>
          <a:xfrm>
            <a:off x="4645152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892040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14" name="Shape 212"/>
          <p:cNvSpPr/>
          <p:nvPr/>
        </p:nvSpPr>
        <p:spPr>
          <a:xfrm>
            <a:off x="4645152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892040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16" name="Shape 214"/>
          <p:cNvSpPr/>
          <p:nvPr/>
        </p:nvSpPr>
        <p:spPr>
          <a:xfrm>
            <a:off x="4645152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4892040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18" name="Shape 216"/>
          <p:cNvSpPr/>
          <p:nvPr/>
        </p:nvSpPr>
        <p:spPr>
          <a:xfrm>
            <a:off x="5431536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5477256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220" name="Shape 218"/>
          <p:cNvSpPr/>
          <p:nvPr/>
        </p:nvSpPr>
        <p:spPr>
          <a:xfrm>
            <a:off x="5504688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751576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22" name="Shape 220"/>
          <p:cNvSpPr/>
          <p:nvPr/>
        </p:nvSpPr>
        <p:spPr>
          <a:xfrm>
            <a:off x="5504688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751576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24" name="Shape 222"/>
          <p:cNvSpPr/>
          <p:nvPr/>
        </p:nvSpPr>
        <p:spPr>
          <a:xfrm>
            <a:off x="5504688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751576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26" name="Shape 224"/>
          <p:cNvSpPr/>
          <p:nvPr/>
        </p:nvSpPr>
        <p:spPr>
          <a:xfrm>
            <a:off x="6291072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336792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228" name="Shape 226"/>
          <p:cNvSpPr/>
          <p:nvPr/>
        </p:nvSpPr>
        <p:spPr>
          <a:xfrm>
            <a:off x="6364224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611112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30" name="Shape 228"/>
          <p:cNvSpPr/>
          <p:nvPr/>
        </p:nvSpPr>
        <p:spPr>
          <a:xfrm>
            <a:off x="6364224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611112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32" name="Shape 230"/>
          <p:cNvSpPr/>
          <p:nvPr/>
        </p:nvSpPr>
        <p:spPr>
          <a:xfrm>
            <a:off x="6364224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611112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34" name="Shape 232"/>
          <p:cNvSpPr/>
          <p:nvPr/>
        </p:nvSpPr>
        <p:spPr>
          <a:xfrm>
            <a:off x="7150608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196328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236" name="Shape 234"/>
          <p:cNvSpPr/>
          <p:nvPr/>
        </p:nvSpPr>
        <p:spPr>
          <a:xfrm>
            <a:off x="7223760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470648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38" name="Shape 236"/>
          <p:cNvSpPr/>
          <p:nvPr/>
        </p:nvSpPr>
        <p:spPr>
          <a:xfrm>
            <a:off x="7223760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470648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40" name="Shape 238"/>
          <p:cNvSpPr/>
          <p:nvPr/>
        </p:nvSpPr>
        <p:spPr>
          <a:xfrm>
            <a:off x="7223760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7470648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42" name="Shape 240"/>
          <p:cNvSpPr/>
          <p:nvPr/>
        </p:nvSpPr>
        <p:spPr>
          <a:xfrm>
            <a:off x="8010144" y="3429000"/>
            <a:ext cx="85953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055864" y="3465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44" name="Shape 242"/>
          <p:cNvSpPr/>
          <p:nvPr/>
        </p:nvSpPr>
        <p:spPr>
          <a:xfrm>
            <a:off x="8083296" y="377647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8330184" y="3776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>
            <a:off x="8083296" y="405079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8330184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</a:t>
            </a:r>
            <a:endParaRPr lang="en-US" sz="1000" dirty="0"/>
          </a:p>
        </p:txBody>
      </p:sp>
      <p:sp>
        <p:nvSpPr>
          <p:cNvPr id="248" name="Shape 246"/>
          <p:cNvSpPr/>
          <p:nvPr/>
        </p:nvSpPr>
        <p:spPr>
          <a:xfrm>
            <a:off x="8083296" y="43251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8330184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</a:t>
            </a:r>
            <a:endParaRPr lang="en-US" sz="1000" dirty="0"/>
          </a:p>
        </p:txBody>
      </p:sp>
      <p:sp>
        <p:nvSpPr>
          <p:cNvPr id="250" name="Text 248"/>
          <p:cNvSpPr/>
          <p:nvPr/>
        </p:nvSpPr>
        <p:spPr>
          <a:xfrm>
            <a:off x="274320" y="47777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を入れて、毎日の頑張りを記録しましょう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30日間の振り返り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30日間おつかれさまでした。自分の頑張りを振り返ってみましょう。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" y="1280160"/>
            <a:ext cx="2606040" cy="347472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1280160"/>
            <a:ext cx="260604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463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8700" y="1444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できたこと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1500" y="19659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1" name="Shape 8"/>
          <p:cNvSpPr/>
          <p:nvPr/>
        </p:nvSpPr>
        <p:spPr>
          <a:xfrm>
            <a:off x="571500" y="23317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2" name="Shape 9"/>
          <p:cNvSpPr/>
          <p:nvPr/>
        </p:nvSpPr>
        <p:spPr>
          <a:xfrm>
            <a:off x="571500" y="269748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3" name="Shape 10"/>
          <p:cNvSpPr/>
          <p:nvPr/>
        </p:nvSpPr>
        <p:spPr>
          <a:xfrm>
            <a:off x="571500" y="306324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4" name="Shape 11"/>
          <p:cNvSpPr/>
          <p:nvPr/>
        </p:nvSpPr>
        <p:spPr>
          <a:xfrm>
            <a:off x="571500" y="342900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5" name="Shape 12"/>
          <p:cNvSpPr/>
          <p:nvPr/>
        </p:nvSpPr>
        <p:spPr>
          <a:xfrm>
            <a:off x="571500" y="3794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6" name="Shape 13"/>
          <p:cNvSpPr/>
          <p:nvPr/>
        </p:nvSpPr>
        <p:spPr>
          <a:xfrm>
            <a:off x="571500" y="41605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17" name="Shape 14"/>
          <p:cNvSpPr/>
          <p:nvPr/>
        </p:nvSpPr>
        <p:spPr>
          <a:xfrm>
            <a:off x="3268980" y="1280160"/>
            <a:ext cx="2606040" cy="347472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68980" y="1280160"/>
            <a:ext cx="260604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146304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63340" y="1444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難しかったこと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3406140" y="19659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2" name="Shape 18"/>
          <p:cNvSpPr/>
          <p:nvPr/>
        </p:nvSpPr>
        <p:spPr>
          <a:xfrm>
            <a:off x="3406140" y="23317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3" name="Shape 19"/>
          <p:cNvSpPr/>
          <p:nvPr/>
        </p:nvSpPr>
        <p:spPr>
          <a:xfrm>
            <a:off x="3406140" y="269748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4" name="Shape 20"/>
          <p:cNvSpPr/>
          <p:nvPr/>
        </p:nvSpPr>
        <p:spPr>
          <a:xfrm>
            <a:off x="3406140" y="306324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5" name="Shape 21"/>
          <p:cNvSpPr/>
          <p:nvPr/>
        </p:nvSpPr>
        <p:spPr>
          <a:xfrm>
            <a:off x="3406140" y="342900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6" name="Shape 22"/>
          <p:cNvSpPr/>
          <p:nvPr/>
        </p:nvSpPr>
        <p:spPr>
          <a:xfrm>
            <a:off x="3406140" y="3794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7" name="Shape 23"/>
          <p:cNvSpPr/>
          <p:nvPr/>
        </p:nvSpPr>
        <p:spPr>
          <a:xfrm>
            <a:off x="3406140" y="41605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8" name="Shape 24"/>
          <p:cNvSpPr/>
          <p:nvPr/>
        </p:nvSpPr>
        <p:spPr>
          <a:xfrm>
            <a:off x="6103620" y="1280160"/>
            <a:ext cx="2606040" cy="347472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03620" y="1280160"/>
            <a:ext cx="2606040" cy="54864"/>
          </a:xfrm>
          <a:prstGeom prst="rect">
            <a:avLst/>
          </a:prstGeom>
          <a:solidFill>
            <a:srgbClr val="4A90B8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46304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97980" y="1444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次の目標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6240780" y="19659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3" name="Shape 28"/>
          <p:cNvSpPr/>
          <p:nvPr/>
        </p:nvSpPr>
        <p:spPr>
          <a:xfrm>
            <a:off x="6240780" y="23317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4" name="Shape 29"/>
          <p:cNvSpPr/>
          <p:nvPr/>
        </p:nvSpPr>
        <p:spPr>
          <a:xfrm>
            <a:off x="6240780" y="269748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5" name="Shape 30"/>
          <p:cNvSpPr/>
          <p:nvPr/>
        </p:nvSpPr>
        <p:spPr>
          <a:xfrm>
            <a:off x="6240780" y="306324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6" name="Shape 31"/>
          <p:cNvSpPr/>
          <p:nvPr/>
        </p:nvSpPr>
        <p:spPr>
          <a:xfrm>
            <a:off x="6240780" y="342900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7" name="Shape 32"/>
          <p:cNvSpPr/>
          <p:nvPr/>
        </p:nvSpPr>
        <p:spPr>
          <a:xfrm>
            <a:off x="6240780" y="379476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8" name="Shape 33"/>
          <p:cNvSpPr/>
          <p:nvPr/>
        </p:nvSpPr>
        <p:spPr>
          <a:xfrm>
            <a:off x="6240780" y="41605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A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モチベーションシート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続けるだけで、あなたは確実に前に進んでいます。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レベルアップチェック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5303520" cy="749808"/>
          </a:xfrm>
          <a:prstGeom prst="rect">
            <a:avLst/>
          </a:prstGeom>
          <a:solidFill>
            <a:srgbClr val="E8F2F8"/>
          </a:solidFill>
          <a:ln w="12700">
            <a:solidFill>
              <a:srgbClr val="4A90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B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0136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7282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651760" y="17282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週3回できた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54480" y="20939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まずは週3回。始められたことが素晴らしい！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5303520" cy="749808"/>
          </a:xfrm>
          <a:prstGeom prst="rect">
            <a:avLst/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715768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42616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569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651760" y="2569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週5回できた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54480" y="29352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ほぼ毎日！習慣化が進んでいます。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3355848"/>
            <a:ext cx="5303520" cy="749808"/>
          </a:xfrm>
          <a:prstGeom prst="rect">
            <a:avLst/>
          </a:prstGeom>
          <a:solidFill>
            <a:srgbClr val="FFF0F0"/>
          </a:solidFill>
          <a:ln w="12700">
            <a:solidFill>
              <a:srgbClr val="C85A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557016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A5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483864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4107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Lv.MAX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2651760" y="3410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毎日できた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554480" y="3776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パーフェクト！自信を持ってください！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3504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今日のひとこと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035040" y="1673352"/>
            <a:ext cx="2834640" cy="288036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72200" y="199339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8" name="Shape 23"/>
          <p:cNvSpPr/>
          <p:nvPr/>
        </p:nvSpPr>
        <p:spPr>
          <a:xfrm>
            <a:off x="6172200" y="235915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29" name="Shape 24"/>
          <p:cNvSpPr/>
          <p:nvPr/>
        </p:nvSpPr>
        <p:spPr>
          <a:xfrm>
            <a:off x="6172200" y="272491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0" name="Shape 25"/>
          <p:cNvSpPr/>
          <p:nvPr/>
        </p:nvSpPr>
        <p:spPr>
          <a:xfrm>
            <a:off x="6172200" y="309067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1" name="Shape 26"/>
          <p:cNvSpPr/>
          <p:nvPr/>
        </p:nvSpPr>
        <p:spPr>
          <a:xfrm>
            <a:off x="6172200" y="345643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sp>
        <p:nvSpPr>
          <p:cNvPr id="32" name="Shape 27"/>
          <p:cNvSpPr/>
          <p:nvPr/>
        </p:nvSpPr>
        <p:spPr>
          <a:xfrm>
            <a:off x="6172200" y="382219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ot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73202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200400" y="47320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あなたのペースで、一歩ずつ前へ。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Macintosh PowerPoint</Application>
  <PresentationFormat>画面に合わせる (16:9)</PresentationFormat>
  <Paragraphs>170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自主トレチェックシート（30日）</dc:title>
  <dc:subject>PptxGenJS Presentation</dc:subject>
  <dc:creator>自主トレ素材庫</dc:creator>
  <cp:lastModifiedBy>誠 安宅</cp:lastModifiedBy>
  <cp:revision>1</cp:revision>
  <dcterms:created xsi:type="dcterms:W3CDTF">2026-04-01T01:13:23Z</dcterms:created>
  <dcterms:modified xsi:type="dcterms:W3CDTF">2026-04-01T01:16:28Z</dcterms:modified>
</cp:coreProperties>
</file>