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andrail-toe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4270248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・手すりを把持して、つま先を上げましょう。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・足の力を使ってつま先を上げるようにしましょう。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