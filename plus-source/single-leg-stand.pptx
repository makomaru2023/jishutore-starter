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ngle-leg-st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169664"/>
            <a:ext cx="257860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・動きにくいイスを把持して行いましょう。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・背筋を伸ばしてまっすぐな姿勢を保ちましょう。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