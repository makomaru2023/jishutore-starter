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mouth-open-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34272" y="4215384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32688" y="497433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・口を大きく開けて10秒間保持し、その後ゆっくり休みます。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32688" y="57424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・無理の範囲で行いましょう。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