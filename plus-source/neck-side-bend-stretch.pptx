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neck-side-bend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・体をまっすぐにした状態で首を横に倒しましょう。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・少しづつ横に倒すことで、首から肩にかけての筋肉が伸ばされます。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