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-holding exercise (holding one knee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・お尻の筋肉をゆっくり伸ばしていきましょう。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・息を吐きながらゆっくり膝をお腹に近づけましょう。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