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upine-shoulder-flexion-with-both-ha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31352" y="4370832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・しっかりと肘を伸ばして両手を組みゆっくりあげましょう。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・肩の痛みに注意して行うようにしましょう。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