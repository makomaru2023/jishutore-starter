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double-leg-ra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・両足を上げた状態で10秒姿勢を保持しましょう。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・体が後ろに倒れないようにまっすぐの姿勢をキープしましょう。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