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e-grip-and-spr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1432" y="4151376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10回×1セット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・足の裏を床につけた状態で足の指を開けましょう。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・足の指でしっかりグー、パーを行うようにしましょう。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