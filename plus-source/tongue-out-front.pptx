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ngue-out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496312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・前を向いて、なるべく大きく舌を上に出しましょう。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・口の中の筋肉を鍛えられるようにしっかり行うようにしましょう。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