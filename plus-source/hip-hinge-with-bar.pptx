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ip-hinge-with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・肩幅ほどに足を広げて、お尻を後ろに下ろしましょう。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・体を前傾させて、お尻を落としていきましょう。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