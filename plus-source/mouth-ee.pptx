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mouth-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878824" y="3941064"/>
            <a:ext cx="2304288" cy="475488"/>
          </a:xfrm>
          <a:prstGeom prst="rect">
            <a:avLst/>
          </a:prstGeom>
          <a:solidFill>
            <a:srgbClr val="FFF200"/>
          </a:solidFill>
          <a:ln/>
        </p:spPr>
        <p:txBody>
          <a:bodyPr wrap="square" lIns="12700" tIns="12700" rIns="12700" bIns="1270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5秒×5セット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54480" y="477316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・「いー」の口の形をして5秒キープしましょう。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1554480" y="560527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・唇や頬の筋肉を鍛え、食べこぼしを防ぎましょう。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2026-07-18T05:11:01Z</dcterms:created>
  <dcterms:modified xsi:type="dcterms:W3CDTF">2026-07-18T05:11:01Z</dcterms:modified>
</cp:coreProperties>
</file>