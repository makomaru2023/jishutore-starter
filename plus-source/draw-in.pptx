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draw-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16936" y="346557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・鼻から息を吸い込み、お腹を膨らませます。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・口からゆっくりと息を吐きながら、お腹をへこませ、キープします。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