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butto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497433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・一つづつ丁寧にボタンを留めましょう。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2531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・ボタンが留めにくい時には、家族に依頼しましょう。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