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t-to-stand-using-ch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・勢いつけずにゆっくり立ち座りを行いましょう。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・背筋を伸ばしたまま、膝を曲げましょう。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