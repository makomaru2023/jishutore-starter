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precaution-deep-forward-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・股関節の脱臼を予防するために、深い前かがみを控えましょう。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・床のものを取る方法は、医師や療法士に確認しましょう。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