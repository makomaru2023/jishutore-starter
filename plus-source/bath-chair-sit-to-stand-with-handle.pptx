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bath-chair-sit-to-stand-with-hand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・浴室内では滑りやすくなっています。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・立ち上がる際には手すりを把持して行うようにしましょう。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