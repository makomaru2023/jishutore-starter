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pendulum-exercise-with-bot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31352" y="4370832"/>
            <a:ext cx="2514600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・支持物に手を置いて体を前に倒しましょう。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・ペットボトルを把持して前後に振りましょう。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