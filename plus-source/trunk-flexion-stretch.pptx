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runk-flexion-stre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・なるべく膝を伸ばして体を前方に倒しましょう。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・息を止めずに腰への負担に注意して行うようにしましょう。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