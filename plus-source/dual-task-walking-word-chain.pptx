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dual-task-walking-word-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・歩きながら、しりとりを行いましょう。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・物にぶつからないようにして、転倒に注意しましょう。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