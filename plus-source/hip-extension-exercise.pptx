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extension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・イスが動かないように注意しましょう。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・胸を張ってゆっくり足を後ろに伸ばしましょう。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