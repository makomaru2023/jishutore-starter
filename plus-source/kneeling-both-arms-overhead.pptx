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ling-both-arms-over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・両膝をついた状態で両手を上に挙げましょう。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