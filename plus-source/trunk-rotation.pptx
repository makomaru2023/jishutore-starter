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runk-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・腰の痛みに注意して行いましょう。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・背筋を伸ばして綺麗な姿勢で行いましょう。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