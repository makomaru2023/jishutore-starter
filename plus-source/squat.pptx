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q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・背筋を伸ばしたまま、膝を曲げましょう。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・上から見たときに膝がつま先よりも前に出ないようにしましょう。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