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heek puffing and puckering exerci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・頬が最大限に膨らむまで空気を入れて10秒間保持します。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・唇を少し開けて、空気を「ふぅー」とゆっくり吐き出します。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