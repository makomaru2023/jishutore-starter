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eated-hamstring-stretch-with-tow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40496" y="4370832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・つま先にタオルをかけてゆっくり引っ張りましょう。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・転倒しないように、無理しない程度で行いましょう。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