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heel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・勢いをつけずに踵をしっかり上げましょう。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・背筋を伸ばしてまっすぐな姿勢を保ちましょう。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