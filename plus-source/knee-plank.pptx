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-pl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・頭からお尻までまっすぐな状態でキープしましょう。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・余裕がある場合、膝を後ろに寄せて負荷を高めましょう。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