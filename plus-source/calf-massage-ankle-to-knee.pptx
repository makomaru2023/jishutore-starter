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alf-massage-ankle-to-kn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・足首から膝にかけてマッサージを行っていきましょう。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・マッサージの強度に注意して行うようにしましょう。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