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8" r:id="rId4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74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169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「最初に支えを持って立つ練習です。これから行う運動の準備として、まず安定した立位姿勢を作ります。両足を肩幅に開いて、まっすぐ立ちましょう。」
【注意点】
・必ず両手で支えを持つ
・ふらついたらすぐ座る
・足元のマットなどに注意
・めまいを感じたら中止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「立位でのかかと上げです。ふくらはぎの筋肉を使う運動で、歩く時の蹴り出しを保ちます。座位より負荷が高いので、必ず支えにつかまって行います。」
【注意点】
・必ず支えを使う
・反動を使わない
・ふくらはぎがつりそうな時は中止
・無理に高く上げない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「立位でのつま先上げです。すねの前の筋肉を使う運動で、つまずき予防に役立ちます。後ろにふらつきやすいので、必ず支えにつかまりましょう。」
【注意点】
・必ず支えを使う
・後ろにふらつかないよう注意
・反動を使わない
・痛みが出たら中止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「立位でのもも上げです。歩く時の足の振り出しや、段差をまたぐ動作の練習になります。軸足がふらつきやすいので、必ず支えにつかまります。」
【注意点】
・必ず支えを使う
・反動を使わない
・腰に痛みが出たら中止
・無理に高く上げない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「立位での膝曲げ運動です。太ももの裏の筋肉を使う運動で、階段を上る時にも必要な力です。後ろにかかとを引き上げるイメージで行います。」
【注意点】
・必ず支えを使う
・反動を使わない
・膝に痛みが出たら中止
・呼吸を止めない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「足を横に開く運動です。お尻の横の筋肉を使う運動で、横方向のふらつき予防にとても大切です。」
【注意点】
・必ず支えを使う
・反動を使わない
・腰に痛みが出たら中止
・無理に大きく開かない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「足を後ろに引く運動です。お尻の筋肉を使う運動で、歩く時の歩幅を保つのに役立ちます。膝はピンと伸ばしたまま、足を後ろに引きましょう。」
【注意点】
・必ず支えを使う
・反動を使わない
・後ろに反らせすぎない
・腰に痛みが出たら中止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「横ステップです。横方向のバランス練習で、転倒予防にとても大切な動きです。狭いスペースで行えるので、家の中でも安全に取り組めます。」
【注意点】
・必ず支えを使う
・足元の障害物に注意
・ふらついたら中止
・小さなステップから始める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「立位でのその場足踏みです。実際に歩く動きと近く、家の中でも歩行練習ができます。30秒が長ければ15秒からでも構いません。」
【注意点】
・必ず支えを使う
・息切れしたら中止
・水分補給も忘れずに
・体調が悪い日は無理しない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支えを持って立つ練習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20秒 × 3回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403617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18320" y="340361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19" y="3226689"/>
            <a:ext cx="74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テーブルや手すりの近くに立ち、両手で軽くつかまります。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418320" y="437825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418320" y="437825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両足を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肩幅に開き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、背筋を軽く伸ばします。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418320" y="5309343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418320" y="530934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806776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そのまま10〜20秒、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まっすぐ立ちます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。3回くり返しましょう。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72420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立っている間に深呼吸をすると、姿勢が自然と整います。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ふらつきを感じたらすぐに支えにしっかりつかまり、無理に立ち続けないでください。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4C142B92-F1F9-9E42-B852-8F17044802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57" r="6052" b="23531"/>
          <a:stretch/>
        </p:blipFill>
        <p:spPr>
          <a:xfrm>
            <a:off x="486628" y="3506172"/>
            <a:ext cx="8615180" cy="410218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安全に立つ感覚を養い、立位の自信をつけます。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かかと上げ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507322" y="2313432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テーブルや手すりに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つかまって立ちます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19" y="4186809"/>
            <a:ext cx="74001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両足のかかとをゆっくり持ち上げ、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つま先立ち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になります。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ゆっくり下ろします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。10回くり返しましょう。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ふくらはぎの筋肉は歩行や転倒予防にとても大切な</a:t>
            </a:r>
            <a:endParaRPr lang="en-US" sz="2100" dirty="0">
              <a:solidFill>
                <a:srgbClr val="3D2806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筋肉です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71506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ふくらはぎがつりそうになったらすぐ中止しましょう。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9DA5CD59-78DC-8642-AD03-7F911BD672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42" r="16480" b="19621"/>
          <a:stretch/>
        </p:blipFill>
        <p:spPr>
          <a:xfrm>
            <a:off x="826349" y="2818752"/>
            <a:ext cx="7935738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ふくらはぎを鍛え、歩行や立位を安定させます。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つま先上げ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502384" y="231343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テーブルや手すりに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つかまって立ちます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両足のかかとを床につけたまま、つま先をゆっくり上に</a:t>
            </a:r>
            <a:endParaRPr lang="en-US" sz="2100" dirty="0">
              <a:solidFill>
                <a:srgbClr val="111418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en-US" sz="2100" dirty="0" err="1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持ち上げます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ゆっくり下ろします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。10回くり返しましょう。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744321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すねの前の筋肉を使う運動で、つまずき予防に効果的です。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後ろにふらつかないよう、しっかり支えに</a:t>
            </a:r>
            <a:endParaRPr lang="en-US" sz="2100" dirty="0">
              <a:solidFill>
                <a:srgbClr val="7A2D1D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つかまりましょう</a:t>
            </a: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78C11355-F6FD-064E-B23F-F8898EF772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932" r="17045"/>
          <a:stretch/>
        </p:blipFill>
        <p:spPr>
          <a:xfrm>
            <a:off x="1355803" y="2818752"/>
            <a:ext cx="6876831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すねの筋肉を鍛え、つまずきを防ぎます。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片脚立ち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 各20秒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テーブルや手すりに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つかまって立ちます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片足を少し床から浮かせ、もう片方の足だけで立ちます。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そのまま20秒キープし、ゆっくり下ろします。</a:t>
            </a:r>
          </a:p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左右2回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ずつ。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転倒予防に最も効果のある運動の一つです。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ふらついたらすぐ両足を下ろします</a:t>
            </a: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</a:p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手は常に手すりに添えてください</a:t>
            </a: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6A7C679C-150B-1049-B8C0-ED089D82D9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54" t="-577" r="18328" b="20195"/>
          <a:stretch/>
        </p:blipFill>
        <p:spPr>
          <a:xfrm>
            <a:off x="939188" y="2818752"/>
            <a:ext cx="7710060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片足で支える力を鍛え、転倒を防ぎます。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つかまりスクワット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テーブルや手すりに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つかまって立ちます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67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足を肩幅に開き、お尻を</a:t>
            </a:r>
            <a:r>
              <a:rPr lang="en-US" sz="2100" b="1" dirty="0" err="1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後ろに引きながら</a:t>
            </a:r>
            <a:r>
              <a:rPr lang="en-US" sz="2100" dirty="0" err="1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膝をゆっくり</a:t>
            </a:r>
            <a:endParaRPr lang="en-US" sz="2100" dirty="0">
              <a:solidFill>
                <a:srgbClr val="111418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en-US" sz="2100" dirty="0" err="1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曲げます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ゆっくり元の姿勢に戻ります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。10回繰り返します。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立ち座りや階段の昇り降りに</a:t>
            </a:r>
            <a:endParaRPr lang="en-US" sz="2100" dirty="0">
              <a:solidFill>
                <a:srgbClr val="3D2806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必要な力をつける運動です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膝がつま先より前に出ないように。軽く曲げる程度でOKです。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A3A675D1-6109-4F4E-A818-02D224895E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74"/>
          <a:stretch/>
        </p:blipFill>
        <p:spPr>
          <a:xfrm>
            <a:off x="959825" y="2818752"/>
            <a:ext cx="7668787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立ち座りに必要な足腰の力を高めます。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足を横に開く運動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 各10回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テーブルや手すりに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つかまって立ちます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片足をゆっくり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横に開きます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ゆっくり戻します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。左右10回ずつ。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お尻の横の筋肉を使う運動で、横方向のふらつき予防に役立ちます。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腰や股関節に強い痛みが出る場合は中止しましょう。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D187FFB1-04E5-3444-A78B-1ACD252ED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お尻の横の筋肉を鍛え、歩行を安定させます。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足を後ろに引く運動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 各10回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テーブルや手すりに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つかまって立ちます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片足をゆっくり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後ろに引きます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。膝は伸ばしたままで。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ゆっくり戻します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。左右10回ずつ。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歩く時の歩幅を保つのに大切な運動です。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腰や股関節に強い痛みが出る場合は中止しましょう。後ろに反らせすぎないでください。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6ACD33DD-C566-2941-93CB-6C01066EB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お尻の筋肉を鍛え、姿勢と歩く力を保ちます。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横ステップ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 各5回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テーブルや手すりに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片手をかけて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立ちます。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片足を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横に一歩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ふみ出し、もう片方の足を寄せます。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反対側にも同じように。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左右5回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ずつ。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横方向の動きはふらつき予防にとても大切です。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ふらついたらすぐ立ち止まって支えにつかまり</a:t>
            </a: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</a:p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無理に続けないでください</a:t>
            </a: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4F517A61-1CF0-5546-94A5-C1E3AA6935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430" r="7150" b="19763"/>
          <a:stretch/>
        </p:blipFill>
        <p:spPr>
          <a:xfrm>
            <a:off x="486628" y="3199583"/>
            <a:ext cx="8615180" cy="471536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横方向への安定性を高め、ふらつきを防ぎます。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その場足踏み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30秒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テーブルや手すりに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片手をかけて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立ちます。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その場で歩くように、左右の足を交互に持ち上げます。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腕も振りながら、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30秒間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雨の日や寒い日でも、家の中で歩行練習ができます。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息切れやふらつきを感じたらすぐ中止し</a:t>
            </a: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</a:p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椅子に座って休みましょう</a:t>
            </a: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948FE5AC-9796-B540-AD51-36268BC7EA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193"/>
          <a:stretch/>
        </p:blipFill>
        <p:spPr>
          <a:xfrm>
            <a:off x="682687" y="2818752"/>
            <a:ext cx="8223062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歩く力と持久力を保ち、外出につなげます。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1106</Words>
  <Application>Microsoft Macintosh PowerPoint</Application>
  <PresentationFormat>ユーザー設定</PresentationFormat>
  <Paragraphs>337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Yu Gothic</vt:lpstr>
      <vt:lpstr>Yu Gothic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12</cp:revision>
  <dcterms:created xsi:type="dcterms:W3CDTF">2026-05-06T14:18:54Z</dcterms:created>
  <dcterms:modified xsi:type="dcterms:W3CDTF">2026-05-28T12:55:18Z</dcterms:modified>
</cp:coreProperties>
</file>