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car-transfer-getting-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94714" y="4803343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・お尻から座面に腰掛けて、座って両足を車内に入れましょう。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94714" y="563636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・なるべく動かない部分を支えにして、ゆっくり行いましょう。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2026-08-01T14:30:47Z</dcterms:created>
  <dcterms:modified xsi:type="dcterms:W3CDTF">2026-08-01T14:30:47Z</dcterms:modified>
</cp:coreProperties>
</file>