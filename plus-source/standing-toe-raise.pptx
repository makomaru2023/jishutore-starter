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standing-toe-rai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878824" y="3941064"/>
            <a:ext cx="2551176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10回×2セット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47731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・なるべくまっすぐな姿勢でつま先を上げましょう。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61441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・後ろに倒れないように注意しましょう。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