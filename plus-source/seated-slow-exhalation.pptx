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eated-slow-exha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・ふうーっと息を吐きましょう。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・肩の力を抜いて、長くゆっくり息を吐きましょう。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