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finger-training-with-clothes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88936" y="4407408"/>
            <a:ext cx="2542032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・動きにくい方の手を使って洗濯バサミを挟みましょう。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・一つづつ丁寧に洗濯バサミを挟むようにしましょう。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