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ip-flexion-with-knee-exte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4032" y="4270248"/>
            <a:ext cx="246888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・足を上げる際には、しっかり膝を伸ばして行いましょう。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・足以外の箇所には力を入れないようにしましょう。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