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74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3571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「足首の曲げ伸ばしです。つま先を上下に動かす簡単な運動ですが、ふくらはぎのポンプ作用でむくみ予防になります。20回を2セット、テレビを見ながらでもできます。」
【注意点】
・両足同時でも片足ずつでもOK
・足首が固まりやすい朝に行うと効果的
・痛みやしびれが出たら中止
・ふくらはぎがつりそうな時は無理しない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「太もも裏のストレッチです。年齢とともに硬くなりやすい太もも裏（ハムストリングスといいます）を伸ばす運動です。歩幅が出やすくなり、腰の負担も減らせます。」
【注意点】
・反動を使わずゆっくり前屈する
・無理に深く倒さない、痛気持ちいい程度で
・腰や膝に痛みが出たら中止
・呼吸を止めない、息を吐きながら倒す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「かかと上げです。ふくらはぎの筋肉を使う運動で、歩く時の蹴り出しを保つのに役立ちます。つま先は床につけたまま、かかとをゆっくり上下します。」
【注意点】
・反動を使わない
・ふくらはぎがつりそうな時は中止
・無理に高く上げなくてOK
・両足同時で行いやすい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「膝伸ばし運動です。太ももの前の筋肉を使う運動で、立ち上がりや歩行に大切な力を保ちます。膝をゆっくり伸ばして5秒キープ、左右10回ずつ行います。」
【注意点】
・反動を使わずゆっくり
・膝に強い痛みが出たら中止
・伸ばしきれなくてもOK
・呼吸を止めない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「もも上げ運動です。歩く時の足の振り出しに必要な股関節の筋肉を使います。無理に高く上げなくてOK。足が床から軽く浮く程度でも、しっかり運動になります。」
【注意点】
・反動を使わずゆっくり
・腰や股関節に痛みが出たら中止
・椅子の縁を持って安定させる
・無理に高く上げない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「膝を開く運動です。お尻の横の筋肉を使う運動で、歩く時のふらつき予防に役立ちます。両膝をゆっくり外側に開いて、ゆっくり閉じます。」
【注意点】
・反動を使わない
・股関節に痛みがあれば中止
・開く幅は無理のない範囲で
・呼吸を止めない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「クッション挟み運動です。内もも・骨盤まわりの筋肉を使う運動で、姿勢の安定に役立ちます。クッションを膝の間に挟んで、ぎゅっと5秒キープ。」
【注意点】
・息を止めない
・力を入れすぎず、心地よい程度で
・血圧が高い方は強く力みすぎない
・痛みが出たら中止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「椅子からの立ち上がり練習です。立つ・座るに必要な力をしっかり保つ運動です。お辞儀をするように体を前に傾けてから立つと、楽に立ち上がれます。」
【注意点】
・必ず安定した椅子で行う
・ふらつく時はテーブルや手すりを使う
・勢いを使わずゆっくり
・膝や腰が痛い日は休む
・めまいを感じたら中止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「座位足踏みです。座ったまま歩く動きをすることで、歩行の準備と活動量アップになります。腕も一緒に振るとより全身運動になります。」
【注意点】
・息切れがしたら休む
・無理に速く動かない
・椅子に深く座って安定させる
・体調に合わせて時間を調整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足首の曲げ伸ばし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593192" y="2281428"/>
            <a:ext cx="26921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仰向けに寝て、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両足を楽に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伸ばします。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つま先を上に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持ち上げ、次に下ろします。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20回くり返し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ましょう。両足同時でOKです。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3216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テレビを見ながらでも、寝る前のベッドの上でも気軽にできる運動です。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足にしびれや強い痛みがある時は無理せず、動く範囲で行いましょう。</a:t>
            </a:r>
            <a:endParaRPr lang="en-US" sz="2100" dirty="0"/>
          </a:p>
        </p:txBody>
      </p:sp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 err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 dirty="0" err="1">
                <a:solidFill>
                  <a:srgbClr val="334155"/>
                </a:solidFill>
                <a:latin typeface="Yu Gothic"/>
              </a:rPr>
              <a:t>足首を動かして血の巡りを良くし、むくみやつまずきを防ぎます</a:t>
            </a:r>
            <a:r>
              <a:rPr sz="2800" dirty="0">
                <a:solidFill>
                  <a:srgbClr val="334155"/>
                </a:solidFill>
                <a:latin typeface="Yu Gothic"/>
              </a:rPr>
              <a:t>。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79BDEC8-1855-064F-B67D-7EC14AC19D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80" b="31255"/>
          <a:stretch/>
        </p:blipFill>
        <p:spPr>
          <a:xfrm>
            <a:off x="456556" y="3957638"/>
            <a:ext cx="8675324" cy="31101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太もも裏のストレッチ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420233" y="2313432"/>
            <a:ext cx="29969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 各20秒 × 2回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椅子に浅めに座り、片足をまっすぐ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前に伸ばします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つま先を天井に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向け、背筋を伸ばして準備します。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息を吐きながらゆっくり前に体を倒し、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20秒キープ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</a:p>
          <a:p>
            <a:pPr marL="0" indent="0" algn="l">
              <a:buNone/>
            </a:pPr>
            <a:r>
              <a:rPr lang="en-US" sz="2100" dirty="0" err="1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左右行いましょう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反動を使わず、息を吐きながらゆっくり前に倒すと</a:t>
            </a: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</a:t>
            </a:r>
          </a:p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もも裏が気持ちよく伸びます</a:t>
            </a: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腰や膝に強い痛みが出る場合は中止し、無理に深く</a:t>
            </a:r>
            <a:endParaRPr lang="en-US" sz="2100" dirty="0">
              <a:solidFill>
                <a:srgbClr val="7A2D1D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前屈しないでください</a:t>
            </a: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5BDDD877-EAD0-3B48-888C-E456A3CE5F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787" r="20697" b="15017"/>
          <a:stretch/>
        </p:blipFill>
        <p:spPr>
          <a:xfrm>
            <a:off x="1096411" y="2818752"/>
            <a:ext cx="7395615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 err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 dirty="0" err="1">
                <a:solidFill>
                  <a:srgbClr val="334155"/>
                </a:solidFill>
                <a:latin typeface="Yu Gothic"/>
              </a:rPr>
              <a:t>もも裏を伸ばし、歩幅を保ち腰への負担を減らします</a:t>
            </a:r>
            <a:r>
              <a:rPr sz="2800" dirty="0">
                <a:solidFill>
                  <a:srgbClr val="334155"/>
                </a:solidFill>
                <a:latin typeface="Yu Gothic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かかと上げ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594406" y="2313432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椅子に座り、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両足を床に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つけます。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19" y="4186809"/>
            <a:ext cx="741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つま先を床につけたまま、かかとをゆっくり持ち上げます。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ゆっくり下ろします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。10回くり返しましょう。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ふくらはぎの筋肉を使うことで、歩く時の蹴り出しが</a:t>
            </a:r>
            <a:endParaRPr lang="en-US" sz="2100" dirty="0">
              <a:solidFill>
                <a:srgbClr val="3D2806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保たれます</a:t>
            </a: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ふくらはぎに強い張りやつりそうな感覚が出た時は</a:t>
            </a:r>
            <a:endParaRPr lang="en-US" sz="2100" dirty="0">
              <a:solidFill>
                <a:srgbClr val="7A2D1D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l">
              <a:buNone/>
            </a:pPr>
            <a:r>
              <a:rPr lang="en-US" sz="2100" dirty="0" err="1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中止しましょう</a:t>
            </a: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A7BDF2D7-50BE-AE49-B0B6-C4866B4650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418" r="23139" b="24261"/>
          <a:stretch/>
        </p:blipFill>
        <p:spPr>
          <a:xfrm>
            <a:off x="1228592" y="2818752"/>
            <a:ext cx="7131253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ふくらはぎを鍛え、歩行や立位のふらつきを防ぎます。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膝伸ばし運動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579892" y="2313432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椅子に深く座り、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背筋を伸ばします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片足の膝をゆっくり伸ばし、つま先を天井に向けます。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19" y="5146929"/>
            <a:ext cx="742913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5秒キープ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してから、ゆっくり下ろします。左右10回ずつ。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太ももの前に手を当てて、筋肉が硬くなっているのを</a:t>
            </a:r>
            <a:endParaRPr lang="en-US" sz="2100" dirty="0">
              <a:solidFill>
                <a:srgbClr val="3D2806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感じながら行いましょう</a:t>
            </a: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700430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膝に強い痛みが出る場合は中止し、伸ばしきれない時は無理しないでください。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53181ECA-EBB5-5B45-8EAE-51B18F1CF4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2"/>
          <a:stretch/>
        </p:blipFill>
        <p:spPr>
          <a:xfrm>
            <a:off x="486628" y="3352699"/>
            <a:ext cx="8615180" cy="4409133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太もも前の力をつけ、立ち上がりを楽にします。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もも上げ運動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 各10回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椅子に深く座り、両手で椅子の縁を軽く持ちます。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片方の太ももをゆっくり持ち上げます。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ゆっくり下ろします。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左右10回ずつ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行いましょう。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高く上げなくて大丈夫。足が軽く床から浮く程度でも十分な運動になります。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股関節や腰に強い痛みが出る場合は中止しましょう。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298F5493-13A5-1641-81B6-F6314A3EB9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72" r="3910" b="18483"/>
          <a:stretch/>
        </p:blipFill>
        <p:spPr>
          <a:xfrm>
            <a:off x="486628" y="3346945"/>
            <a:ext cx="8615180" cy="442064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 err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 dirty="0" err="1">
                <a:solidFill>
                  <a:srgbClr val="334155"/>
                </a:solidFill>
                <a:latin typeface="Yu Gothic"/>
              </a:rPr>
              <a:t>足を持ち上げる力を保ち、つまずきを防ぎます</a:t>
            </a:r>
            <a:r>
              <a:rPr sz="2800" dirty="0">
                <a:solidFill>
                  <a:srgbClr val="334155"/>
                </a:solidFill>
                <a:latin typeface="Yu Gothic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膝を開く運動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08920" y="2313432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椅子に座り、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両膝を軽くつけます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ja-JP" altLang="en-US" sz="210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片</a:t>
            </a:r>
            <a:r>
              <a:rPr lang="en-US" sz="2100" dirty="0" err="1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膝を</a:t>
            </a:r>
            <a:r>
              <a:rPr lang="en-US" sz="2100" b="1" dirty="0" err="1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外側に開</a:t>
            </a:r>
            <a:r>
              <a:rPr lang="ja-JP" altLang="en-US" sz="2100" b="1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く閉じるを繰り返します。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ja-JP" altLang="en-US" sz="2100" b="1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両側行い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10回くり返しましょう。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歩く時に体が左右にぶれにくくなる、ふらつき予防の</a:t>
            </a:r>
            <a:endParaRPr lang="en-US" sz="2100" dirty="0">
              <a:solidFill>
                <a:srgbClr val="3D2806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l">
              <a:buNone/>
            </a:pPr>
            <a:r>
              <a:rPr lang="en-US" sz="2100" dirty="0" err="1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運動です</a:t>
            </a: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股関節に違和感や痛みが出たら中止し、開く幅を小さくしましょう。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FE2AB2DA-734C-234A-A99D-AAE0B242B4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893" r="6796" b="28694"/>
          <a:stretch/>
        </p:blipFill>
        <p:spPr>
          <a:xfrm>
            <a:off x="486628" y="3406960"/>
            <a:ext cx="8615180" cy="4300611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お尻の横の筋肉を鍛え、歩行や立位を安定させます。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ボール挟み運動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5秒 × 10回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椅子に座り、両膝の間に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クッションを挟みます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両膝でクッションをぎゅっと挟んで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5秒キープ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ゆっくり力を抜きます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。10回くり返しましょう。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クッションの代わりに、丸めたバスタオルや小さな枕でも代用できます。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700430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5秒間息を止めないように、自然な呼吸を続けましょう。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CE63B36B-8F96-9340-8E6C-3ADBBF9CB9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154" r="22615" b="22609"/>
          <a:stretch/>
        </p:blipFill>
        <p:spPr>
          <a:xfrm>
            <a:off x="1318090" y="2818752"/>
            <a:ext cx="6952257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内ももを鍛え、ひざや歩行を安定させます。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椅子からの立ち上がり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66976" y="2313432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10回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椅子に浅めに座り、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両足を肩幅に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開きます。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両手を前に伸ばし、</a:t>
            </a: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お辞儀するように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体を前に傾けます。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574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 err="1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ゆっくり立ち上がり</a:t>
            </a:r>
            <a:r>
              <a:rPr lang="en-US" sz="2100" dirty="0" err="1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、ゆっくり座ります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</a:p>
          <a:p>
            <a:pPr marL="0" indent="0" algn="l">
              <a:buNone/>
            </a:pPr>
            <a:r>
              <a:rPr lang="en-US" altLang="ja-JP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r>
              <a:rPr lang="ja-JP" altLang="en-US" sz="210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セット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10回</a:t>
            </a:r>
            <a:r>
              <a:rPr lang="ja-JP" altLang="en-US" sz="210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程度で</a:t>
            </a:r>
            <a:r>
              <a:rPr lang="en-US" sz="2100" dirty="0" err="1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行いましょう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立ち上がる時は「鼻をつま先より前」を意識すると、自然と立ちやすくなります。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ふらつく時は必ずテーブルや手すりにつかまり、無理に手を使わずに立とうとしないでください。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96302E85-3B8A-F945-B10E-5205173494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90" r="9230" b="20901"/>
          <a:stretch/>
        </p:blipFill>
        <p:spPr>
          <a:xfrm>
            <a:off x="486628" y="3203308"/>
            <a:ext cx="8615180" cy="470791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立ち上がる力を高め、日常の動作を楽にします。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51560" y="1687068"/>
            <a:ext cx="16194024" cy="0"/>
          </a:xfrm>
          <a:prstGeom prst="line">
            <a:avLst/>
          </a:prstGeom>
          <a:noFill/>
          <a:ln w="12700">
            <a:solidFill>
              <a:srgbClr val="1114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8603" y="727023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座位足踏み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502384" y="1810512"/>
            <a:ext cx="2743200" cy="1152144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666976" y="19385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08920" y="2313432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r>
              <a:rPr lang="ja-JP" altLang="en-US" sz="255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</a:t>
            </a:r>
            <a:r>
              <a:rPr lang="en-US" sz="2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927"/>
            </a:avLst>
          </a:prstGeom>
          <a:solidFill>
            <a:srgbClr val="EAF1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418320" y="2678049"/>
            <a:ext cx="7827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6B7480"/>
                </a:solidFill>
                <a:latin typeface="Yu Gothic" pitchFamily="34" charset="0"/>
                <a:ea typeface="Georgia" pitchFamily="34" charset="-122"/>
                <a:cs typeface="Georgia" pitchFamily="34" charset="-120"/>
              </a:rPr>
              <a:t>手順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18320" y="334556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18320" y="33455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104120" y="322668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椅子に座り、背筋を軽く伸ばします。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18320" y="412280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418320" y="430568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18320" y="430568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104120" y="418680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その場で歩くように、左右の足を交互に持ち上げます。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8320" y="508292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418320" y="526580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18320" y="526580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104120" y="5146929"/>
            <a:ext cx="714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r>
              <a:rPr lang="ja-JP" altLang="en-US" sz="2100" b="1">
                <a:solidFill>
                  <a:srgbClr val="264A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</a:t>
            </a:r>
            <a:r>
              <a:rPr lang="en-US" sz="2100" dirty="0" err="1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続けます。腕も振るとより全身運動になります</a:t>
            </a:r>
            <a:r>
              <a:rPr lang="en-US" sz="2100" dirty="0">
                <a:solidFill>
                  <a:srgbClr val="1114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18320" y="6043041"/>
            <a:ext cx="782726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418320" y="6564249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AF1D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619488" y="6893433"/>
            <a:ext cx="420624" cy="420624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619488" y="6893433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04704" y="6655689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28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リズムをつけて行うと続けやすいです。好きな音楽に合わせるのもおすすめです。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418320" y="7789545"/>
            <a:ext cx="7827264" cy="1078992"/>
          </a:xfrm>
          <a:prstGeom prst="roundRect">
            <a:avLst>
              <a:gd name="adj" fmla="val 10169"/>
            </a:avLst>
          </a:prstGeom>
          <a:solidFill>
            <a:srgbClr val="FDEC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418320" y="7789545"/>
            <a:ext cx="54864" cy="107899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619488" y="810044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619488" y="81004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7880985"/>
            <a:ext cx="68214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7A2D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息切れやめまいを感じたらすぐ休みましょう。無理に続けないでください。</a:t>
            </a:r>
            <a:endParaRPr lang="en-US" sz="2100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C69AD8E7-8AED-1046-ABBD-15C23510D8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800" r="24515" b="23194"/>
          <a:stretch/>
        </p:blipFill>
        <p:spPr>
          <a:xfrm>
            <a:off x="1579833" y="2818752"/>
            <a:ext cx="6428770" cy="54770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座ったまま足を動かし、血行と歩く力を保ちます。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685</Words>
  <Application>Microsoft Macintosh PowerPoint</Application>
  <PresentationFormat>ユーザー設定</PresentationFormat>
  <Paragraphs>161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游ゴシック</vt:lpstr>
      <vt:lpstr>游ゴシック</vt:lpstr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誠 安宅</cp:lastModifiedBy>
  <cp:revision>16</cp:revision>
  <dcterms:created xsi:type="dcterms:W3CDTF">2026-05-06T14:18:54Z</dcterms:created>
  <dcterms:modified xsi:type="dcterms:W3CDTF">2026-06-29T02:55:56Z</dcterms:modified>
</cp:coreProperties>
</file>