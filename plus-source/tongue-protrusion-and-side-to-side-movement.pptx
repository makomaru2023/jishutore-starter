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 protrusion and side-to-side mov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1392" y="4370832"/>
            <a:ext cx="219456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・舌をしっかり出した状態で右・左に大きく動かしましょう。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・食前に行い、しっかりご飯を食べましょう。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