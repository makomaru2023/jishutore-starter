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parallel-bar-wal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・平行棒を把持して、転倒に注意しましょう。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・前を向いて姿勢良く歩きましょう。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