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wall-squ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10秒×2セット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・壁にもたれた状態で10秒キープしましょう。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・腕を下ろさずキープすることで負荷量を高めることができます。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