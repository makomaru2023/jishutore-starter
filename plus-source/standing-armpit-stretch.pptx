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anding-armpit-str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・肘をゆっくり内側に引っ張りましょう。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・脇の下の筋肉をゆっくり伸ばしていきましょう。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