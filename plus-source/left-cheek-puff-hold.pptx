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left-cheek-puff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・左の頬をしっかり膨らませて、10秒キープしましょう。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・食べこぼしを防ぎ、飲み込みに必要な筋肉を鍛えましょう。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