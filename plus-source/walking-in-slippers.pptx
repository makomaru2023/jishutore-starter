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walking-in-slipp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6656" y="4791456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・スリッパでの歩行はつまずきやすくなります。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76656" y="5614416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・踵がついた靴を履いて歩くようにしましょう。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