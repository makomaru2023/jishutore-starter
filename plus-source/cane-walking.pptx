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ane-wal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歩く時には、杖を使って歩くようにしましょう。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