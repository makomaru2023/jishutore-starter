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writing-tr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・姿勢を正して一文字づつ丁寧に書きましょう。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・疲れが溜まったら、休憩を挟みましょう。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