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aero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4626864"/>
            <a:ext cx="105156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15分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・勢いをつけずに足の力で漕ぐようにしましょう。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・途中でしんどくなった場合には、休憩を挟むようにしましょう。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