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ngle-leg-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169664"/>
            <a:ext cx="2432304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・片足を上げた状態でお尻を上げます。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・上げた足は、しっかり膝を伸ばすようにしましょう。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