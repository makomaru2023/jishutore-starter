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ed-edge-s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・足をしっかり床につけましょう。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・転けないように、支持物等を把持するようにしましょう。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