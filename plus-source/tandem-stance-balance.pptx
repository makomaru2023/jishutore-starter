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tandem-stance-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・片方の踵を反対側のつま先につけて立ちましょう。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・安定した支持物に手を置いて、ふらつかない範囲で行いましょう。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