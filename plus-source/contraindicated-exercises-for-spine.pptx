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atakemakoto/Desktop/自主トレサイト資料/premium/文字なし/contraindicated-exercises-for-spin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554480" y="5230368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22222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・重たいものを持つ、体を曲げる、体を回す動作は避けましょう。</a:t>
            </a:r>
            <a:endParaRPr lang="en-US" sz="2400" dirty="0"/>
          </a:p>
        </p:txBody>
      </p:sp>
      <p:sp>
        <p:nvSpPr>
          <p:cNvPr id="4" name="Text 1"/>
          <p:cNvSpPr/>
          <p:nvPr/>
        </p:nvSpPr>
        <p:spPr>
          <a:xfrm>
            <a:off x="1554480" y="5934456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22222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・上の3動作は腰痛の原因になるため注意しましょう。</a:t>
            </a:r>
            <a:endParaRPr lang="en-US" sz="2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2026-07-18T05:11:01Z</dcterms:created>
  <dcterms:modified xsi:type="dcterms:W3CDTF">2026-07-18T05:11:01Z</dcterms:modified>
</cp:coreProperties>
</file>