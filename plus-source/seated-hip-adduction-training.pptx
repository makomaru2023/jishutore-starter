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hip-adduction-tra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40496" y="4370832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・膝の間にボールを挟み『ギュー』っと力を入れましょう。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・太ももの内側を意識して力を入れましょう。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