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itting-quadriceps-stre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40496" y="4370832"/>
            <a:ext cx="2551176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10秒×2セット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・しっかりと足首を把持して太ももの前側の筋肉を伸ばしましょう。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・姿勢をまっすぐに保ちながら行いましょう。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