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upine-knee-fall-to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・仰向けで両膝を立てて、左右に倒しましょう。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・膝を倒した状態で5〜10秒ほど保持しましょう。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