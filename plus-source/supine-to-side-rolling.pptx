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upine-to-side-ro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4791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・仰向けの姿勢から横向きに寝返りを行いましょう。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・ベッドから落ちないように注意しましょう。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