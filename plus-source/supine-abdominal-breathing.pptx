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upine-abdominal-breat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・上向きに寝て腹式呼吸を行いましょう。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・お腹が膨らむように意識して息を吸いましょう。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