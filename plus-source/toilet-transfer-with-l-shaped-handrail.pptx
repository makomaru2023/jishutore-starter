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oilet-transfer-with-l-shaped-handr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・手すりを把持して、ゆっくり立ち座りを行いましょう。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・座る前には便座の位置を確認しましょう。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