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bed-edge-sit-to-st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82328" y="4059936"/>
            <a:ext cx="2551176" cy="466344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4791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・ベッドに座る、立つ運動を繰り返し行いましょう。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6144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・転倒しないように何か支持物を把持しても良いです。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