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leg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・太ももをしっかり上げるようにしましょう。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・姿勢を真っ直ぐ保持して行いましょう。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