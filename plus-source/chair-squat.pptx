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hair-squ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823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・イスを把持してスクワットを行いましょう。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1441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・後ろに転倒しないように注意して行いましょう。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