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rip-on-c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・コードに引っかかり転倒することもあるので注意しましょう。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・コードで引っかかりやすい状態は避けるようにしましょう。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