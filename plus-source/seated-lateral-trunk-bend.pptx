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lateral-trunk-b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399178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・片手を挙げて、もう一方の方に体を倒しましょう。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・息を止めないように10秒間保持しましょう。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