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ankle-p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91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・足首を上げて下す運動を10回行いましょう。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・しっかり、丁寧に行うことを心がけましょう。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