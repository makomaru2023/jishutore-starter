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Swallowing forehead exercis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851392" y="4370832"/>
            <a:ext cx="2194560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5秒×5セット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・下を向いて額で手を5秒間押し続けましょう。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・食前に行うことを心がけましょう。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