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knee-flexion-extension-with-feet-fl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88620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・足の裏をつけた状態で膝をゆっくり曲げましょう。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・膝以外に力が入らないように注意しましょう。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