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ngue-left-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304288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5秒×5セット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・舌を左に大きく出したまま、5秒キープしましょう。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・右も同様に行い、口の中の筋肉を鍛えましょう。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