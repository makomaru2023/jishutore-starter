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deep-breath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445752" y="4151376"/>
            <a:ext cx="2340864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3回×1セット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47731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・ゆっくり息を吸い込み、続いてゆっくり息を吐きましょう。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61441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・大きく深呼吸をして気持ちを落ち着かせましょう。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