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ankle-dorsiflexion-and-plantarflex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91456" y="3831336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・膝をしっかり伸ばした状態で足首の運動を行いましょう。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・後ろに転ばないように注意して行いましょう。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