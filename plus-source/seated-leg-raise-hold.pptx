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leg-raise-h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・後ろに倒れないよう、足を上げて10秒キープしましょう。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・息を止めずに、お腹にも力を入れるようにしましょう。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