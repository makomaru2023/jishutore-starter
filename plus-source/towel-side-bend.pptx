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wel-side-b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・肘を伸ばしてタオルをピンっと張って体を横に曲げましょう。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・脇から下が伸びることを意識して行いましょう。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