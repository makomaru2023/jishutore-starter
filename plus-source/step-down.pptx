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tep-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6656" y="479145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・玄関の段差を下りる際には手すりを把持しましょう。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76656" y="561441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・転倒に注意しましょう。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