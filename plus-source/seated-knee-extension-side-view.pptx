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eated-knee-extension-side-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91456" y="3831336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・イスに深く腰掛けて、背筋を伸ばして行いましょう。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・ゆっくり膝を伸ばして、ゆっくり下ろしましょう。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