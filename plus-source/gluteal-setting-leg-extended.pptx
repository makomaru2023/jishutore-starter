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gluteal-setting-leg-exte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42248" y="44622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10秒×5セット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・仰向けで膝を伸ばした状態でお尻に力を入れましょう。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・力を入れた状態を10秒キープしましょう。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