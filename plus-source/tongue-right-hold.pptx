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right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・舌を右に大きく出したまま、5秒キープしましょう。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・左も同様に行い、口の中の筋肉を鍛えましょう。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