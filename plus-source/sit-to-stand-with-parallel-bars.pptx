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sit-to-stand-with-parallel-ba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91456" y="3831336"/>
            <a:ext cx="2551176" cy="475488"/>
          </a:xfrm>
          <a:prstGeom prst="rect">
            <a:avLst/>
          </a:prstGeom>
          <a:solidFill>
            <a:srgbClr val="FFF200"/>
          </a:solidFill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10回×2セット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54480" y="52303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・勢いつけずにゆっくり立ち座りを行いましょう。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554480" y="593445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・手すりは軽く支える程度に把持しましょう。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