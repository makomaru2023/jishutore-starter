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wall-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00600" y="3931920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10回×1セット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・肩甲骨を動かすことを意識して行いましょう。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・綺麗な姿勢で行うように心がけましょう。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