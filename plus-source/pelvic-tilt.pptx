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elvic-ti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・座面が硬いところで行うようにしましょう。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・早くしすぎず、ゆっくりお腹に力を入れて行いましょう。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