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_m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・しっかり腕を振って足を上げるようにしましょう。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