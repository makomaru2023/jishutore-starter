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hest-opening-with-stretch-p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30秒×1セット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・肩と腕の力を抜き、ゆっくりと深呼吸を繰り返しましょう。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・胸の筋肉が伸ばされるのを感じながら行なってみましょう。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