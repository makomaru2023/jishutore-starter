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ep-exerc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10回×1セット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・足を踏み出す・戻すを繰り返しましょう。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・足を出した際には、上半身は真っ直ぐにしましょう。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