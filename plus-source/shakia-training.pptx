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akia 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・つま先が見える程度まで頭だけを持ち上げてキープします。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・なるべく肩は床から離れないようにしましょう。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