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nding-hip-ab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・イスが動かないように注意しましょう。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・勢いをつけずにゆっくり行いましょう。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