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ydration-during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・運動の前後や休憩中には、こまめに水分をとりましょう。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・水分制限のある方は、医師の指示に従うようにしましょう。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