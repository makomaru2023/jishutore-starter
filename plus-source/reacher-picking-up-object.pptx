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reacher-picking-up-obj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・床のものを取るときには、リーチャーを使いましょう。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・無理に手を伸ばさずに、物をしっかり挟んで取りましょう。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