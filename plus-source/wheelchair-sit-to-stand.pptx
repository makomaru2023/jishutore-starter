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wheelchair-sit-to-st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6656" y="4791456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・肘置きを持って立ち上がるようにしましょう。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76656" y="5614416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・ブレーキをかけた状態で立ち上がるようにしましょう。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