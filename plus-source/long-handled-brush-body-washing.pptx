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long-handled-brush-body-wash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94714" y="4803343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・長柄ブラシを使って、足先までゆっくり洗いましょう。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94714" y="563636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・イスからの転落や床の滑り具合に注意して行いましょう。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2026-08-01T14:30:47Z</dcterms:created>
  <dcterms:modified xsi:type="dcterms:W3CDTF">2026-08-01T14:30:47Z</dcterms:modified>
</cp:coreProperties>
</file>