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amstring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0496" y="43708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・浅く腰掛けて、膝を伸ばした状態で行いましょう。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・転倒しないように、無理しない程度で行いましょう。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