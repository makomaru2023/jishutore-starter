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ottle-opener-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479145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・ペットボトルの蓋が開けにくい時には、自助具を使いましょう。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225296" y="55686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・「ペットボトルオープナー」で調べると出てきます。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