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op-exercise-heada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・頭痛があるときには運動を中止するようにしましょう。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・頭痛が続く場合は、医療機関の受診も検討しましょう。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