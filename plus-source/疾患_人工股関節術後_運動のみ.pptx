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/>
    <p:restoredTop sz="92784"/>
  </p:normalViewPr>
  <p:slideViewPr>
    <p:cSldViewPr snapToGrid="0" snapToObjects="1">
      <p:cViewPr varScale="1">
        <p:scale>
          <a:sx n="81" d="100"/>
          <a:sy n="81" d="100"/>
        </p:scale>
        <p:origin x="9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足関節ポンプ運動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20回 × 3セット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膝を伸ばして座って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両足をまっすぐ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伸ばします。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137915"/>
            <a:ext cx="7712943" cy="782032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18559"/>
            <a:ext cx="6688555" cy="61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つま先を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グッと手前に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引き上げます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11549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7742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27742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257102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続いて、つま先を遠くへ伸ばします。交互に繰り返します。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9781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75971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361367"/>
            <a:ext cx="6786663" cy="93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足首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を動かすと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血液が固まるのを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防げます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テレビを見ながらでもOKです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527307" y="748906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9527307" y="748906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794007" y="775576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755907" y="775576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441707" y="7497402"/>
            <a:ext cx="6874743" cy="936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術</a:t>
            </a: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した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は痛みのない範囲で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腫れが強い時はお休み</a:t>
            </a: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CE818F52-57C2-5745-8E11-C196343CD6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48" t="6267" r="3324" b="34091"/>
          <a:stretch/>
        </p:blipFill>
        <p:spPr>
          <a:xfrm>
            <a:off x="486628" y="4024355"/>
            <a:ext cx="8615180" cy="306582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足首を動かして血の巡りを良くし、血栓やむくみを防ぎます。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大腿四頭筋セッティング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5秒 × 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足を伸ばして座り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両膝の下にタオル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を丸めて置きます。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3887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175301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膝でタオルを押しつぶすように、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太もも前に力を入れ</a:t>
            </a:r>
            <a:r>
              <a:rPr lang="ja-JP" altLang="en-US" sz="2000" b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て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5秒キープします。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50094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521262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ゆっくり力を抜いて、これを繰り返します。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33088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53367" y="659758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15267" y="659758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341047"/>
            <a:ext cx="6688555" cy="980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関節は動かさない運動なので、 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脱臼リスクゼロで安全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膝に強い痛みが出たら中止を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7787B390-7398-184E-93CA-9E2CB36C1F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297" t="2764" r="18791" b="26163"/>
          <a:stretch/>
        </p:blipFill>
        <p:spPr>
          <a:xfrm>
            <a:off x="688226" y="2818752"/>
            <a:ext cx="8211984" cy="54770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太もも前の力を保ち、立ち上がりや歩行を支えます。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殿筋セッティング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5秒 × 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/>
          <p:cNvPicPr>
            <a:picLocks noChangeAspect="1"/>
          </p:cNvPicPr>
          <p:nvPr/>
        </p:nvPicPr>
        <p:blipFill rotWithShape="1">
          <a:blip r:embed="rId3"/>
          <a:srcRect l="15902" t="7433" r="16451" b="34202"/>
          <a:stretch/>
        </p:blipFill>
        <p:spPr>
          <a:xfrm>
            <a:off x="486628" y="3467749"/>
            <a:ext cx="8615180" cy="417903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両膝をまっすぐ伸ばします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918271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38879"/>
            <a:ext cx="6789018" cy="642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お尻の筋肉に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ギュッと力を入れて5秒キープします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174869"/>
            <a:ext cx="7712943" cy="121406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77497" y="5449159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39397" y="544915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327268"/>
            <a:ext cx="7029931" cy="98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お尻の筋肉は歩行や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立ち上がりの土台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関節を動かさない安全な運動で、退院後すぐ始められます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617529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617529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73687" y="6884229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35587" y="688422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769929"/>
            <a:ext cx="66885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力を入れた時に </a:t>
            </a:r>
            <a:r>
              <a:rPr lang="en-US" sz="18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痛みやズレる感覚が出たら、すぐに中止して主治医へ連絡を。</a:t>
            </a:r>
            <a:endParaRPr lang="en-US" sz="18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お尻の筋肉を保ち、立つ・歩く動作を支えます。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クラムシェル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健側を下にして横向きに寝て、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両膝を軽く曲げます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873917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554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両かかとを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つけたまま、術側の膝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をゆっくり開きます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13581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9774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29774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29774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3秒キープし、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ゆっくり閉じて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元に戻します。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9527307" y="6140388"/>
            <a:ext cx="7712943" cy="1158179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36857" y="644261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698757" y="644261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259766"/>
            <a:ext cx="6786663" cy="983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閉じる時も膝をぶつけず、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足が交差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ないよう注意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中殿筋が歩行のふらつきを防ぎます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お尻の横の筋肉を鍛え、歩行を安定させます。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座位で</a:t>
            </a:r>
            <a:r>
              <a:rPr lang="en-US" sz="4500" b="1" dirty="0" err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股関節外転</a:t>
            </a: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(バンド)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椅子や手すりを持ち、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両足首にバンドをかけて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3887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術側の足を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真横にゆっくり開き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、ゆっくり戻します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34311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34311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139943"/>
            <a:ext cx="6786663" cy="920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体を傾けず、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骨盤をまっすぐ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保ちましょう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外転は脱臼リスクが低く、THA後に推奨される運動です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1303140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45719" cy="130314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379404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37940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355274"/>
            <a:ext cx="6688555" cy="519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チューブの負荷が強すぎる場合は、少し弱めのものを</a:t>
            </a:r>
            <a:endParaRPr lang="en-US" altLang="ja-JP" sz="2000" b="1" dirty="0">
              <a:solidFill>
                <a:srgbClr val="7A2D1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選びましょう。</a:t>
            </a:r>
            <a:endParaRPr lang="en-US" sz="2000" dirty="0"/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170A7FCB-23FA-AE48-8A6D-1327CCD8C2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07" r="28115" b="16354"/>
          <a:stretch/>
        </p:blipFill>
        <p:spPr>
          <a:xfrm>
            <a:off x="2332331" y="2818752"/>
            <a:ext cx="4923774" cy="54770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股関節を外に開く力を高め、歩行を支えます。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ソックスエイドで靴下着脱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毎日実施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/>
          <p:cNvPicPr>
            <a:picLocks noChangeAspect="1"/>
          </p:cNvPicPr>
          <p:nvPr/>
        </p:nvPicPr>
        <p:blipFill rotWithShape="1">
          <a:blip r:embed="rId3"/>
          <a:srcRect l="23717" t="3663" r="19110" b="31531"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3"/>
            <a:ext cx="7712943" cy="1166525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688555" cy="931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椅子に浅く座り、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背もたれに寄りかかります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(股関節を深く曲げない)。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456842"/>
            <a:ext cx="7712943" cy="78819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60463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60463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60463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靴下を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ソックスエイドにセット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し、床に垂らします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35933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708282" y="552126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0527432" y="552126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術側の足を伸ばしたまま、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紐を引き上げて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靴下を履きます。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441707" y="6361367"/>
            <a:ext cx="6786663" cy="100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前かがみで手を足に近づけるのは禁忌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ソックスエイド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長い靴べら、リーチャーの活用がカギです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股関節に負担をかけず、靴下の着脱を行います。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床の物の拾い方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ja-JP" altLang="en-US" sz="25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</a:t>
            </a:r>
            <a:r>
              <a:rPr lang="en-US" sz="25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/>
          <p:cNvPicPr>
            <a:picLocks noChangeAspect="1"/>
          </p:cNvPicPr>
          <p:nvPr/>
        </p:nvPicPr>
        <p:blipFill rotWithShape="1">
          <a:blip r:embed="rId3"/>
          <a:srcRect l="15457" r="14589" b="20068"/>
          <a:stretch/>
        </p:blipFill>
        <p:spPr>
          <a:xfrm>
            <a:off x="531374" y="2818752"/>
            <a:ext cx="8525689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椅子や壁などの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支えを片手で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持ちます。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25919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術側の足を後ろに伸ばし、</a:t>
            </a:r>
            <a:r>
              <a:rPr lang="en-US" sz="21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反対側の足で前傾し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</a:t>
            </a:r>
            <a:endParaRPr lang="en-US" sz="21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(ゴルファー姿勢)。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9527307" y="543553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97817" y="568950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759717" y="568950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238507" y="5587937"/>
            <a:ext cx="717954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股関節を90度以上曲げずに </a:t>
            </a:r>
            <a:r>
              <a:rPr lang="en-US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床に手が届く </a:t>
            </a:r>
            <a:r>
              <a:rPr lang="en-US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、脱臼予防の必須テクニック。マジックハンドもおすすめです。</a:t>
            </a: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9527307" y="659371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527307" y="659371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794007" y="686041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755907" y="686041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36957" y="6746117"/>
            <a:ext cx="66885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しゃがみ込む・</a:t>
            </a:r>
            <a:r>
              <a:rPr lang="en-US" sz="18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前に深お辞儀</a:t>
            </a:r>
            <a:r>
              <a:rPr lang="en-US" sz="18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は絶対にしないでください</a:t>
            </a:r>
            <a:r>
              <a:rPr lang="en-US" sz="18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脱臼リスクが非常に高い動作です</a:t>
            </a:r>
            <a:r>
              <a:rPr lang="en-US" sz="18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800" dirty="0"/>
          </a:p>
        </p:txBody>
      </p:sp>
      <p:sp>
        <p:nvSpPr>
          <p:cNvPr id="40" name="TextBox 3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脱臼を防ぐ、安全な物の拾い方を身につけます。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横向き寝・寝返り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</a:t>
            </a:r>
            <a:r>
              <a:rPr lang="ja-JP" altLang="en-US" sz="25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晩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/>
          <p:cNvPicPr>
            <a:picLocks noChangeAspect="1"/>
          </p:cNvPicPr>
          <p:nvPr/>
        </p:nvPicPr>
        <p:blipFill rotWithShape="1">
          <a:blip r:embed="rId3"/>
          <a:srcRect l="12465" r="7409" b="18052"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仰向けから、</a:t>
            </a:r>
            <a:r>
              <a:rPr lang="en-US" sz="21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両膝の間に枕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やクッションを挟みます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体全体を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一体にして 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ゆっくり横向きになります。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27307" y="4992624"/>
            <a:ext cx="7712943" cy="114776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01043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545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15454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術側が下にならないよう、</a:t>
            </a:r>
            <a:r>
              <a:rPr lang="en-US" sz="21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健側を下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が基本です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主治医の指示優先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1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FB845E6-F5E9-B246-9DB2-2E1A2132858E}"/>
              </a:ext>
            </a:extLst>
          </p:cNvPr>
          <p:cNvGrpSpPr/>
          <p:nvPr/>
        </p:nvGrpSpPr>
        <p:grpSpPr>
          <a:xfrm>
            <a:off x="9527307" y="6330887"/>
            <a:ext cx="7712943" cy="967680"/>
            <a:chOff x="9527307" y="6910388"/>
            <a:chExt cx="7712943" cy="967680"/>
          </a:xfrm>
        </p:grpSpPr>
        <p:sp>
          <p:nvSpPr>
            <p:cNvPr id="36" name="Shape 33"/>
            <p:cNvSpPr/>
            <p:nvPr/>
          </p:nvSpPr>
          <p:spPr>
            <a:xfrm>
              <a:off x="9527307" y="6910388"/>
              <a:ext cx="7712943" cy="967680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721359" y="7169180"/>
              <a:ext cx="457200" cy="4572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8" name="Text 35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0441707" y="7062788"/>
              <a:ext cx="6786663" cy="7009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800" b="1" dirty="0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 xml:space="preserve">膝の間に枕を挟むと、内転 </a:t>
              </a:r>
              <a:r>
                <a:rPr lang="en-US" sz="18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(足が交差する動き)</a:t>
              </a:r>
              <a:r>
                <a:rPr lang="en-US" sz="18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を防げます</a:t>
              </a:r>
              <a:r>
                <a:rPr lang="en-US" sz="18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8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脚を組む・横座りは厳禁です</a:t>
              </a:r>
              <a:r>
                <a:rPr lang="en-US" sz="18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  <a:endParaRPr lang="en-US" sz="1800" dirty="0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脱臼を防ぐ姿勢で、安全に寝返りや横向きをとります。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杖歩行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5〜10分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杖は術側と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反対の手に持ちます。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「杖 → 術側の足 → 反対の足」</a:t>
            </a:r>
            <a:r>
              <a:rPr lang="en-US" sz="21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の順でゆっくり進みます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34311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34311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221224"/>
            <a:ext cx="678666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下を見ず、正面を見て </a:t>
            </a:r>
            <a:r>
              <a:rPr lang="en-US" sz="18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歩きましょう</a:t>
            </a: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歩幅は無理せず、バランス重視で大丈夫です</a:t>
            </a:r>
            <a:r>
              <a:rPr lang="en-US" sz="18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53367" y="6493704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15267" y="649370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379404"/>
            <a:ext cx="66885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段差・敷物・濡れた床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は転倒</a:t>
            </a: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しやすくなります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杖を使って安全に歩き、足腰への負担を減らします。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2315</TotalTime>
  <Words>842</Words>
  <Application>Microsoft Macintosh PowerPoint</Application>
  <PresentationFormat>ユーザー設定</PresentationFormat>
  <Paragraphs>311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17</cp:revision>
  <dcterms:created xsi:type="dcterms:W3CDTF">2026-04-19T20:11:14Z</dcterms:created>
  <dcterms:modified xsi:type="dcterms:W3CDTF">2026-05-07T13:55:51Z</dcterms:modified>
</cp:coreProperties>
</file>