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figure-4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551176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91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・足踏みと同時に膝をタッチしましょう。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・左右交互に行いましょう。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