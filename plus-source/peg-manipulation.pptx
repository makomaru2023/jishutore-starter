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peg-manip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・一本ずつ穴に挿していきましょう。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・余裕が出てきたら、2〜3本ずつ穴に差し込んでみましょう。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