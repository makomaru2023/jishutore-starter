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positioning-of-paralyzed-upper-lim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・手が落ちないように右手の下にクッションを置いておきましょう。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・腕が楽なところにクッションを置きましょう。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