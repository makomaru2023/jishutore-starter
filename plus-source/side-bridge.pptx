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・正面を向いて体をまっすぐにしましょう。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・地面についた方の肘はしっかり伸ばしましょう。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