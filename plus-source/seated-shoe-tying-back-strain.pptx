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eated-shoe-tying-back-st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656" y="479145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・前屈みになって下に手を伸ばすと、脱臼のリスクが考えられます。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76656" y="561441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・靴べら等の補助具を使用して脱臼を予防するようにしましょう。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