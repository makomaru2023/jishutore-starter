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rolling-over-techniq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76656" y="4791456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・仰向けで両膝を立てて、横に寝返りをしましょう。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676656" y="5614416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・何回か繰り返して行ってみましょう。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