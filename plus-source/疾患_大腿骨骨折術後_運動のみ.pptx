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5"/>
    <p:sldId id="260" r:id="rId6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足関節ポンプ運動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20回 × 3セット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11094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両足をまっすぐ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伸ばします。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75097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186629"/>
            <a:ext cx="6688555" cy="613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つま先を</a:t>
            </a:r>
            <a:r>
              <a:rPr lang="en-US" sz="21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グッと手前に</a:t>
            </a:r>
            <a:r>
              <a:rPr lang="en-US" sz="21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引き上げます</a:t>
            </a: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9527307" y="4981967"/>
            <a:ext cx="7712943" cy="1130737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7451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7451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1" y="4984627"/>
            <a:ext cx="6688555" cy="93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続いて、つま先をピンと遠くへ伸ばします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交互に繰り返します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80399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756813" y="6590663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360192"/>
            <a:ext cx="6786663" cy="882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ふくらはぎを動かすと、血のかたまりを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防げます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テレビを見ながらでもOKです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94007" y="775576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55907" y="775576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527430" y="7449157"/>
            <a:ext cx="6688555" cy="1098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術側の足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は痛みのない範囲で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腫れが強い時は無理せずお休みしてください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65F23289-42A8-9E41-989F-192D240746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800"/>
          <a:stretch/>
        </p:blipFill>
        <p:spPr>
          <a:xfrm>
            <a:off x="486628" y="3832937"/>
            <a:ext cx="8615180" cy="344865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足首を動かして血の巡りを良くし、血栓やむくみを防ぎます。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ヒールスライド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 rotWithShape="1">
          <a:blip r:embed="rId3"/>
          <a:srcRect b="34210"/>
          <a:stretch/>
        </p:blipFill>
        <p:spPr>
          <a:xfrm>
            <a:off x="486628" y="3963171"/>
            <a:ext cx="8615180" cy="318818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を伸ばします。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かかとを床に滑らせて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ゆっくり膝を曲げ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ていきます。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83571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45496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4549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245496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痛くない範囲まで曲げたら、ゆっくり伸ばして戻します。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33088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64979" y="659758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26879" y="659758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88693"/>
            <a:ext cx="6688555" cy="1196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股関節は90度以上曲げない 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人工骨頭の方は脱臼予防のため特に注意を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膝をやさしく曲げ伸ばしし、足の動きを保ちます。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座位</a:t>
            </a: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で</a:t>
            </a:r>
            <a:r>
              <a:rPr lang="en-US" sz="4500" b="1" dirty="0" err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レッグレイズ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20307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椅子に深く座り、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背もたれに寄りかかり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03970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01144"/>
            <a:ext cx="6688555" cy="539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膝をまっすぐ伸ばして 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つま先を手前に引きます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459349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809427" y="5733639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71327" y="573363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485625"/>
            <a:ext cx="6786663" cy="1025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太ももの前側に</a:t>
            </a: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力が入る感覚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を確かめましょう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立ち上がり動作に必要な筋肉です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617529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617529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884229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8842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659255"/>
            <a:ext cx="6688555" cy="91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膝に強い痛みが出たら 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休みましょう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5秒キープ→ゆっくり下ろすを意識してください。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太ももを持ち上げる力を保ち、歩行を支えます。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クラムシェル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横向きに寝て、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両膝を軽く曲げ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73918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15657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両かかとを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つけたまま、上の膝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をゆっくり開きます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9055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30980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3098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230980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3秒キープし、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ゆっくり閉じて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戻します。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80400" y="6619691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742300" y="661969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52593" y="6335500"/>
            <a:ext cx="6786663" cy="907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お尻の横に力が入る感覚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を大事に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中殿筋は歩行のふらつきを防ぐ大切な筋肉です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お尻の横の筋肉を鍛え、歩行を安定させます。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股関節外転(バンド)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各10回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4593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椅子や手すりを持ち、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両足首にバンドをかけて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2824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片足を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真横にゆっくり開き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、戻します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80400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42300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52593" y="5119654"/>
            <a:ext cx="6786663" cy="919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体を傾けず、 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骨盤をまっすぐ 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保ちましょう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お尻の横に力が入れば正解です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762000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7620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50464" y="6393918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12364" y="6393918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27432" y="6347556"/>
            <a:ext cx="6688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cs typeface="Arial" pitchFamily="34" charset="-120"/>
              </a:rPr>
              <a:t>足に痛みが出ない範囲で行うようにしましょう。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股関節を外に開く力を高め、歩行を安定させます。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ヒップヒンジ(棒で誘導)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63849"/>
            <a:ext cx="6893793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棒を背中に沿わせ、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後頭部・背中・お尻 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の3点に当てます。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5"/>
            <a:ext cx="7712943" cy="775096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201143"/>
            <a:ext cx="6688555" cy="711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棒を浮かさず、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股関節から折り曲げる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ように前傾します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01099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46382" y="517291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08282" y="517291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527432" y="517291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お尻を引く感覚で、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ゆっくり元の姿勢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へ戻ります。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0447422" y="6311390"/>
            <a:ext cx="6786663" cy="93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腰ではなく、股関節を曲げる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意識で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靴下を履く・床の物を拾う動作に直結する練習です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腰を守りながら股関節から動く方法を身につけます。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壁スクワット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527432" y="333482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壁に背中をつけ、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足を肩幅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に開いて立ちます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527307" y="4097275"/>
            <a:ext cx="7712943" cy="827782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2" y="4174360"/>
            <a:ext cx="6860682" cy="627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壁に背中を滑らせながら、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浅く膝を曲げ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3秒キープします。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527307" y="5203308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80400" y="5492112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42300" y="549211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441707" y="5213951"/>
            <a:ext cx="6786663" cy="954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膝を深く曲げすぎず、 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90度を超えない 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範囲で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立ち上がりがラクになるトレーニングです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512792" y="6376002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12792" y="6376002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35949" y="6671731"/>
            <a:ext cx="468966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697848" y="6671731"/>
            <a:ext cx="54712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27432" y="6402479"/>
            <a:ext cx="6688555" cy="915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膝がつま先より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前に出ないよう</a:t>
            </a: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注意しましょう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痛みが出たら中止してください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足腰の力を高め、立ち座りを楽にします。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片脚カーフレイズ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ja-JP" altLang="en-US" sz="25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× 2セット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手すりや壁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を支えにして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12918" y="4259199"/>
            <a:ext cx="6944206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片足を軽く浮かせ</a:t>
            </a: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</a:t>
            </a: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もう一方のかかとを</a:t>
            </a: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ゆっくり上げます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4992624"/>
            <a:ext cx="7712943" cy="86677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0104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8357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54549"/>
            <a:ext cx="6688555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つま先立ちで3秒キープ、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ゆっくり下ろして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戻します。</a:t>
            </a:r>
            <a:endParaRPr lang="en-US" sz="2000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FB845E6-F5E9-B246-9DB2-2E1A2132858E}"/>
              </a:ext>
            </a:extLst>
          </p:cNvPr>
          <p:cNvGrpSpPr/>
          <p:nvPr/>
        </p:nvGrpSpPr>
        <p:grpSpPr>
          <a:xfrm>
            <a:off x="9527307" y="6326643"/>
            <a:ext cx="7712943" cy="971924"/>
            <a:chOff x="9527307" y="6906144"/>
            <a:chExt cx="7712943" cy="971924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721359" y="7169180"/>
              <a:ext cx="457200" cy="4572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8" name="Text 35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0453587" y="6906144"/>
              <a:ext cx="6786663" cy="9719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ふくらはぎに力が入る感覚</a:t>
              </a: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を大事に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歩行時の蹴り出しをスムーズにする筋肉です</a:t>
              </a:r>
              <a:r>
                <a:rPr lang="en-US" sz="2000" b="1" dirty="0">
                  <a:solidFill>
                    <a:srgbClr val="5A3D1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  <a:endParaRPr lang="en-US" sz="2000" dirty="0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片足でふくらはぎを鍛え、歩行を安定させます。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杖歩行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5〜10分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杖は術側と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反対の手に持ちます。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893793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「杖 → 術側の足 → 反対の足」</a:t>
            </a:r>
            <a:r>
              <a:rPr lang="en-US" sz="2000" b="1" dirty="0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の順でゆっくり進みます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80400" y="5357628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42300" y="535762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29324" y="5088618"/>
            <a:ext cx="6786663" cy="947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下を見ず、正面を見て</a:t>
            </a: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歩きましょう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歩幅は無理せず、バランス重視で大丈夫です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79492" y="6522733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41392" y="652273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27431" y="6234064"/>
            <a:ext cx="6688555" cy="939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段差・敷物・濡れた床 </a:t>
            </a: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は転倒の大敵</a:t>
            </a:r>
            <a:r>
              <a:rPr lang="en-US" sz="2000" b="1" dirty="0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家の動線を点検しておきましょう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杖を使って安全に歩き、足腰への負担を減らします。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813</Words>
  <Application>Microsoft Macintosh PowerPoint</Application>
  <PresentationFormat>ユーザー設定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11</cp:revision>
  <dcterms:created xsi:type="dcterms:W3CDTF">2026-04-19T20:11:14Z</dcterms:created>
  <dcterms:modified xsi:type="dcterms:W3CDTF">2026-05-07T13:54:54Z</dcterms:modified>
</cp:coreProperties>
</file>