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rhythm-counting-hand-c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・「1・2・3」と声に出して、3のところで手を叩きましょう。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・背筋を伸ばし、一定のリズムで繰り返しましょう。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