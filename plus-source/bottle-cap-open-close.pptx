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bottle-cap-open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78824" y="3941064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47731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・ペットボトルの蓋を開ける、閉めるを繰り返して行いましょう。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60527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・ペットボトルの固定が弱いと開けにくいので注意しましょう。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