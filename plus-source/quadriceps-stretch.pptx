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quadriceps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・動きにくいイスを把持して転倒しないように注意しましょう。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・太ももの前側の筋肉が伸びるように意識して行いましょう。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