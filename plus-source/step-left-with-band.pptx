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left-with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・チューブの抵抗に負けないように左側に足を出しましょう。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・勢いをつけずに足の力で出すようにしましょう。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