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puppy-pos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03920" y="4169664"/>
            <a:ext cx="2340864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・へそが浮かない程度にして上半身を上げていきましょう。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・腰に痛みがある場合は控えておきましょう。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