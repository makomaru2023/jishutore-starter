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leg-crossing-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・脱臼する危険性が考えられるため、膝を組むことは避けましょう。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