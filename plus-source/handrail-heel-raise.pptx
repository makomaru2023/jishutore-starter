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andrail-heel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4270248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・手すりを把持して、かかとを上げて背伸びをしましょう。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・なるべく足の力を使って、かかとを上げるようにしましょう。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