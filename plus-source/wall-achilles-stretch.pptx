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all-achilles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169664"/>
            <a:ext cx="250545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・勢いをつけずにゆっくりとアキレス腱を伸ばしましょう。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・背筋を伸ばしてまっすぐな姿勢を保ち行いましょう。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