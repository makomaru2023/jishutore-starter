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ide-lying-hip-abd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16936" y="3456432"/>
            <a:ext cx="2304288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・勢いつけずにゆっくり足を上げましょう。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・お尻が後ろに倒れないように意識して行いましょう。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