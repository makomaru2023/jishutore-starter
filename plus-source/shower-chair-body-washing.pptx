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hower-chair-body-wash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・シャワーチェアーに座って、ゆっくり体を洗いましょう。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・床の滑りに注意して行いましょう。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