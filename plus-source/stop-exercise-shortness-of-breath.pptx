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op-exercise-shortness-of-bre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・息切れがあるときには運動を中止するようにしましょう。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・息切れが続く場合には、医療機関の受診も検討しましょう。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