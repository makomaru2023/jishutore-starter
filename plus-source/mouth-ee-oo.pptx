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atakemakoto/Desktop/自主トレサイト資料/premium/文字なし/mouth-ee-o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796528" y="4306824"/>
            <a:ext cx="2103120" cy="475488"/>
          </a:xfrm>
          <a:prstGeom prst="rect">
            <a:avLst/>
          </a:prstGeom>
          <a:solidFill>
            <a:srgbClr val="FFF200"/>
          </a:solidFill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5秒×各5回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310896" y="4864608"/>
            <a:ext cx="1179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・「イー」と横に大きく広げて、次に「ウー」と口をすぼめて5秒キープします。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310896" y="5742432"/>
            <a:ext cx="1179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・左右しっかり舌を出して、口の中の筋肉を鍛えましょう。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2026-07-18T05:11:01Z</dcterms:created>
  <dcterms:modified xsi:type="dcterms:W3CDTF">2026-07-18T05:11:01Z</dcterms:modified>
</cp:coreProperties>
</file>