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ip-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16936" y="3456432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・勢いつけずにゆっくりお尻を上げましょう。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・手の力は入れずに足やお尻に力が入るように意識しましょう。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