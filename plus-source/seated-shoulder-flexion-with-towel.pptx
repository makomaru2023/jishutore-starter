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shoulder-flexion-with-tow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・タオルをピンと張った状態で上まであげましょう。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・肩の痛みに注意して行うようにしましょう。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