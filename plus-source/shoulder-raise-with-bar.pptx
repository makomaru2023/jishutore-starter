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houlder-raise-with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・肩の痛みに注意して行いましょう。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・肘を伸ばしてゆっくり上げて下ろしましょう。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