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takemakoto/Desktop/自主トレサイト資料/premium/文字なし/side-lying-prop-on-elbow.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76656" y="4791456"/>
            <a:ext cx="11430000" cy="457200"/>
          </a:xfrm>
          <a:prstGeom prst="rect">
            <a:avLst/>
          </a:prstGeom>
          <a:noFill/>
          <a:ln/>
        </p:spPr>
        <p:txBody>
          <a:bodyPr wrap="square" lIns="0" tIns="0" rIns="0" bIns="0" rtlCol="0" anchor="t"/>
          <a:lstStyle/>
          <a:p>
            <a:pPr algn="l" indent="0" marL="0">
              <a:buNone/>
            </a:pPr>
            <a:r>
              <a:rPr lang="en-US" sz="2400" b="1" dirty="0">
                <a:solidFill>
                  <a:srgbClr val="222222"/>
                </a:solidFill>
                <a:latin typeface="游ゴシック" pitchFamily="34" charset="0"/>
                <a:ea typeface="游ゴシック" pitchFamily="34" charset="-122"/>
                <a:cs typeface="游ゴシック" pitchFamily="34" charset="-120"/>
              </a:rPr>
              <a:t>・起き上がる際には横向きの姿勢から肘をついて起き上がりましょう。</a:t>
            </a:r>
            <a:endParaRPr lang="en-US" sz="2400" dirty="0"/>
          </a:p>
        </p:txBody>
      </p:sp>
      <p:sp>
        <p:nvSpPr>
          <p:cNvPr id="4" name="Text 1"/>
          <p:cNvSpPr/>
          <p:nvPr/>
        </p:nvSpPr>
        <p:spPr>
          <a:xfrm>
            <a:off x="676656" y="5614416"/>
            <a:ext cx="11430000" cy="457200"/>
          </a:xfrm>
          <a:prstGeom prst="rect">
            <a:avLst/>
          </a:prstGeom>
          <a:noFill/>
          <a:ln/>
        </p:spPr>
        <p:txBody>
          <a:bodyPr wrap="square" lIns="0" tIns="0" rIns="0" bIns="0" rtlCol="0" anchor="t"/>
          <a:lstStyle/>
          <a:p>
            <a:pPr algn="l" indent="0" marL="0">
              <a:buNone/>
            </a:pPr>
            <a:r>
              <a:rPr lang="en-US" sz="2400" b="1" dirty="0">
                <a:solidFill>
                  <a:srgbClr val="222222"/>
                </a:solidFill>
                <a:latin typeface="游ゴシック" pitchFamily="34" charset="0"/>
                <a:ea typeface="游ゴシック" pitchFamily="34" charset="-122"/>
                <a:cs typeface="游ゴシック" pitchFamily="34" charset="-120"/>
              </a:rPr>
              <a:t>・ベッドから落ちないように注意しましょう。</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2026-07-18T05:11:01Z</dcterms:created>
  <dcterms:modified xsi:type="dcterms:W3CDTF">2026-07-18T05:11:01Z</dcterms:modified>
</cp:coreProperties>
</file>