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quadruped-trunk-rotation-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25856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10秒×10回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・右5回、左5回の合計10回行いましょう。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・しっかり体を回して腕を上げるようにしましょう。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