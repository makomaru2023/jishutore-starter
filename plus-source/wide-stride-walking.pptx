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ide-stride-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・歩幅を大きくして、前へ一歩づつ進みましょう。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・前を向いて背筋を伸ばして腕をしっかり振りましょう。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