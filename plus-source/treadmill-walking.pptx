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treadmill-wal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31352" y="4370832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30分×1セット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・しっかり腕を振って歩きましょう。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・少し速めのスピードに調整して歩きましょう。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