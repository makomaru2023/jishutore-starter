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rearm-hand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・肘を伸ばした状態で指を手前に引っ張りましょう。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・勢いをつけずにゆっくり引っ張るようにしましょう。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