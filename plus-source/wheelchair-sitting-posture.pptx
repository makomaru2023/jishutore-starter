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heelchair-sitting-pos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・止まる際には、ブレーキをかけましょう。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・両方のブレーキをかけることを心がけておきましょう。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