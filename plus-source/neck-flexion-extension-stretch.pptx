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neck-flexion-extension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・頭を前に倒して首の後ろの筋肉を伸ばしましょう。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・頭を上げて首の下の筋肉を伸ばしましょう。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