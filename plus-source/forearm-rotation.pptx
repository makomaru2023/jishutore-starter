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orearm_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・手のひらを上に向ける、下に向ける運動を行いましょう。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・しっかり力強く行うことを心がけましょう。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