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t-to-stand-with-arm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・高めのイスを使用することで立ち上がりがしやすくなります。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・肘掛けに手を置いて、ゆっくり立ち上がるようにしましょう。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