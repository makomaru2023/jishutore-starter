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oulder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・肩を精一杯すくめてストン！と下ろしましょう。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・手は横に垂らしておこなっても構いません。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