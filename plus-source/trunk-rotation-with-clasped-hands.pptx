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runk-rotation-with-clasped-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・なるべく肘を伸ばした状態で体を左右に捻りましょう。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・ゆっくり、丁寧に体を左右に捻りましょう。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