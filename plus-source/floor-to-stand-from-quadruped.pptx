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loor-to-stand-from-quadru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・四つ這いから片膝を立てて、支持物につかまって立ち上がりましょう。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・支持物は動かないものにして転倒に注意しましょう。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