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neck-rotation-str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・首だけ回して10秒数えましょう。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・背筋を伸ばしてまっすぐな姿勢を保ちましょう。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