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knee-load-stair-descent-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・1段づつ階段を降りることは膝に負荷をかけるため避けましょう。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・足をそろえながら降りるようにしましょう。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