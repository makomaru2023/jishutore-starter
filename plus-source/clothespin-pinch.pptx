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lothespin-pi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・洗濯バサミを使って指の力を強くしましょう。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・肩に力が入りすぎないように注意してください。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