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arms_overhead_stre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86216" y="4690872"/>
            <a:ext cx="2542032" cy="466344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・両手を組んで上まで、しっかり上げましょう。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・息を止めずに、全身が伸びるのを感じましょう。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