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sock-a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・ソックスエイドを使用して靴下を履きましょう。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・使い方が難しい場合は、担当のセラピストに聞いてください。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