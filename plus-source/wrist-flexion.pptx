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rist_fl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13648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・ゆっくり丁寧に手首の上げ下ろしを行いましょう。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