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dumbbell-shoulder-abdu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91456" y="3831336"/>
            <a:ext cx="2551176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10回×2セット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・体をまっすぐにした状態で横に上げましょう。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・勢いをつけずに、ゆっくり行いましょう。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