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all-push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・胸の前で壁に手をついて、ゆっくり肘を曲げましょう。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・ゆっくり曲げ伸ばしを行いましょう。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