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/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57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685</Words>
  <Application>Microsoft Macintosh PowerPoint</Application>
  <PresentationFormat>ユーザー設定</PresentationFormat>
  <Paragraphs>161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游ゴシック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16</cp:revision>
  <dcterms:created xsi:type="dcterms:W3CDTF">2026-05-06T14:18:54Z</dcterms:created>
  <dcterms:modified xsi:type="dcterms:W3CDTF">2026-06-29T02:55:56Z</dcterms:modified>
</cp:coreProperties>
</file>