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gluteal-setting-knee-b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42248" y="4462272"/>
            <a:ext cx="2542032" cy="466344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10秒×5セット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・仰向けで膝を立てた状態でお尻に力を入れましょう。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・力を入れた状態を10秒キープしましょう。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