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59" r:id="rId5"/>
    <p:sldId id="260" r:id="rId6"/>
    <p:sldId id="261" r:id="rId7"/>
    <p:sldId id="262" r:id="rId8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首の前後ストレッチ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4439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背筋をまっすぐ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891481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3974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ゆっくり首を前に倒し、</a:t>
            </a:r>
            <a:r>
              <a:rPr lang="en-US" altLang="ja-JP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秒止めて</a:t>
            </a: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元の姿勢に戻ります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374A1F58-2634-F641-9306-20E0BA774F0A}"/>
              </a:ext>
            </a:extLst>
          </p:cNvPr>
          <p:cNvGrpSpPr/>
          <p:nvPr/>
        </p:nvGrpSpPr>
        <p:grpSpPr>
          <a:xfrm>
            <a:off x="9527307" y="5125877"/>
            <a:ext cx="7712943" cy="781050"/>
            <a:chOff x="9527307" y="5938838"/>
            <a:chExt cx="7712943" cy="781050"/>
          </a:xfrm>
        </p:grpSpPr>
        <p:sp>
          <p:nvSpPr>
            <p:cNvPr id="32" name="Shape 29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3" name="Shape 30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4" name="Text 31"/>
            <p:cNvSpPr/>
            <p:nvPr/>
          </p:nvSpPr>
          <p:spPr>
            <a:xfrm>
              <a:off x="9708282" y="6081308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10527432" y="6066794"/>
              <a:ext cx="6688555" cy="438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後ろ・左・右も、同じようにゆっくり動かします。</a:t>
              </a:r>
              <a:endParaRPr lang="en-US" sz="2000" dirty="0"/>
            </a:p>
          </p:txBody>
        </p:sp>
      </p:grp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29324" y="6350682"/>
            <a:ext cx="6786663" cy="89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朝起きてすぐ行うと、日中の動きがスムーズ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呼吸を止めず、ゆっくり気持ちよく。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527432" y="7482518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めまいが出たらすぐに止めましょう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反動をつけずに、ゆっくり動かすのがコツです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首まわりをやわらかく保ち、前かがみ姿勢を防ぎます。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体幹伸展ストレッチ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4439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足を肩幅に開いて、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両手を腰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に当てて立ちます。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3974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0834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息を吸いながら、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胸を開いて上を向き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、3秒止めます。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702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15161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1270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32162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息を吐きながら、ゆっくり元の姿勢に戻ります。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59758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1" y="6323264"/>
            <a:ext cx="6884269" cy="992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ふらつきに注意。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手すりを把持して行っても大丈夫です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痛みが出たら中止してください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背中を伸ばし、丸まりやすい姿勢を整えます。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タオルで体側伸ばし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タオルの両端を持ち、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両手を頭上に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挙げます。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965895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背筋を伸ばしたまま、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体を真横にゆっくり倒します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459349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73363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73363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459350"/>
            <a:ext cx="7029931" cy="10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脇から下の伸びを感じ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ゆっくり行うのがコツです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反対側も同じように行いましょう。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17529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17529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88422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8842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603838"/>
            <a:ext cx="6688555" cy="889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体を前に倒さず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真横に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動かしましょう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痛みが出たら中止してください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体の横を伸ばし、姿勢と動きの幅を保ちます。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立って体幹回旋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足を肩幅に開き、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両手を前にそろえて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腰の高さから</a:t>
            </a:r>
            <a:r>
              <a:rPr lang="en-US" sz="2000" dirty="0">
                <a:solidFill>
                  <a:srgbClr val="11141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、</a:t>
            </a:r>
            <a:r>
              <a:rPr lang="ja-JP" altLang="en-US" sz="2000">
                <a:solidFill>
                  <a:srgbClr val="11141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ゆっくり体を</a:t>
            </a:r>
            <a:r>
              <a:rPr lang="ja-JP" altLang="en-US" sz="2000">
                <a:solidFill>
                  <a:srgbClr val="264A7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左右に捻ります</a:t>
            </a:r>
            <a:r>
              <a:rPr lang="ja-JP" altLang="en-US" sz="2000">
                <a:solidFill>
                  <a:srgbClr val="11141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。</a:t>
            </a:r>
            <a:endParaRPr lang="en-US" altLang="ja-JP" sz="2000" dirty="0">
              <a:solidFill>
                <a:srgbClr val="111418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顔も一緒に動かします。</a:t>
            </a:r>
            <a:endParaRPr lang="en-US" sz="2000" dirty="0">
              <a:solidFill>
                <a:srgbClr val="111418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できるだけ、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後ろを見るつもりで</a:t>
            </a: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大きく捻りましょう。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529787" y="6335501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体を大きく捻る意識をしましょう。</a:t>
            </a:r>
            <a:endParaRPr lang="en-US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歩行時の腕振りがスムーズになる動きです。</a:t>
            </a:r>
            <a:endParaRPr 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体をひねる動きを保ち、方向転換を楽にします。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大きくサイドステップ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壁や手すりに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片手を添えて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200"/>
            <a:ext cx="6944206" cy="44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片足を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できるだけ大きく真横に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踏み出し、元に戻します。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830164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221224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cs typeface="Arial" pitchFamily="34" charset="-120"/>
              </a:rPr>
              <a:t>大きく出すことを意識して行うようにしましょう。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76200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7620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79492" y="6408432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41392" y="640843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9815" y="6342085"/>
            <a:ext cx="6931823" cy="45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ふらつきに注意。 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必ず手すりや壁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を支えに行いましょう。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大きな動きで歩幅とバランスを保ちます。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ゴムバンドでサイドステップ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両足首に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ゴムバンド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を巻きます。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59199"/>
            <a:ext cx="6893793" cy="711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膝を軽く曲げ、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片足を真横に開いて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元の位置に戻します。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同じように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動かしていきます。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53587" y="6335501"/>
            <a:ext cx="6786663" cy="963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お尻の横に力が入るのを意識しましょう。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歩く時の骨盤の安定につながります。</a:t>
            </a:r>
            <a:endParaRPr lang="en-US" sz="2000" dirty="0"/>
          </a:p>
        </p:txBody>
      </p:sp>
      <p:sp>
        <p:nvSpPr>
          <p:cNvPr id="43" name="TextBox 42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横歩きの力を高め、ふらつきを防ぎます。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 × 3セット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壁や手すりの前で、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その場足踏みを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始めます。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933450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59199"/>
            <a:ext cx="7072553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「1・2・1・2」と数え、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太ももを大きく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上げて歩きます。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36857" y="570982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698757" y="57098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08059" y="5461245"/>
            <a:ext cx="7191926" cy="941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音楽や手拍子に合わせると、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リズムが取りやすく 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なります。大股を意識しましょう。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6041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604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27432" y="6646700"/>
            <a:ext cx="6874743" cy="97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ふらつく時は、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必ず手すりや椅子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を支えに行いましょう。無理は禁物です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2EA1B395-32FA-F048-AFE4-B4D11AB62ED5}"/>
              </a:ext>
            </a:extLst>
          </p:cNvPr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トレッドミル</a:t>
            </a:r>
            <a:endParaRPr lang="en-US" sz="4500" dirty="0"/>
          </a:p>
        </p:txBody>
      </p:sp>
      <p:sp>
        <p:nvSpPr>
          <p:cNvPr id="48" name="TextBox 47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一定のリズムで歩き、歩行の安定と持久力を保ちます。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コイン操作練習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コインを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親指と人差し指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でつまみます。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指先でコインを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ひっくり返して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1分続けたら、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反対の手でも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同じように行います。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302312"/>
            <a:ext cx="7712943" cy="996255"/>
            <a:chOff x="9527307" y="6881813"/>
            <a:chExt cx="7712943" cy="996255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41707" y="6881813"/>
              <a:ext cx="6786663" cy="99625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手元をよく見て、ゆっくり丁寧に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。字が小さくなる方は、指先の感覚を取り戻す練習になります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指先の細かい動きを保ち、手の使いやすさを高めます。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箸でお手玉つかみ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箸でお手玉を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ひとつずつつかみます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お椀からお椀へ、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ゆっくり移していきます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FD9DF36-4328-DC4B-ACB1-0FEBBCD0B25C}"/>
              </a:ext>
            </a:extLst>
          </p:cNvPr>
          <p:cNvGrpSpPr/>
          <p:nvPr/>
        </p:nvGrpSpPr>
        <p:grpSpPr>
          <a:xfrm>
            <a:off x="9527307" y="5153884"/>
            <a:ext cx="7712943" cy="967680"/>
            <a:chOff x="9527307" y="5648325"/>
            <a:chExt cx="7712943" cy="967680"/>
          </a:xfrm>
        </p:grpSpPr>
        <p:sp>
          <p:nvSpPr>
            <p:cNvPr id="32" name="Shape 29"/>
            <p:cNvSpPr/>
            <p:nvPr/>
          </p:nvSpPr>
          <p:spPr>
            <a:xfrm>
              <a:off x="9527307" y="5648325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3" name="Shape 30"/>
            <p:cNvSpPr/>
            <p:nvPr/>
          </p:nvSpPr>
          <p:spPr>
            <a:xfrm>
              <a:off x="9736857" y="5922615"/>
              <a:ext cx="419100" cy="4191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4" name="Text 31"/>
            <p:cNvSpPr/>
            <p:nvPr/>
          </p:nvSpPr>
          <p:spPr>
            <a:xfrm>
              <a:off x="9698757" y="5922615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10441707" y="5758195"/>
              <a:ext cx="6786663" cy="857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 xml:space="preserve">食事動作の維持につながる 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練習です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落としても焦らず、ゆっくりで大丈夫です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36" name="Shape 33"/>
          <p:cNvSpPr/>
          <p:nvPr/>
        </p:nvSpPr>
        <p:spPr>
          <a:xfrm>
            <a:off x="9527307" y="635459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4937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4937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79403"/>
            <a:ext cx="6688555" cy="1003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お手玉の中身が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出ないもの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を選びましょう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お子さまやペットの誤飲にも注意を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つまむ動きを練習し、食事など手の動作を支えます。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937</Words>
  <Application>Microsoft Macintosh PowerPoint</Application>
  <PresentationFormat>ユーザー設定</PresentationFormat>
  <Paragraphs>309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20</cp:revision>
  <dcterms:created xsi:type="dcterms:W3CDTF">2026-04-19T20:11:14Z</dcterms:created>
  <dcterms:modified xsi:type="dcterms:W3CDTF">2026-05-07T14:15:11Z</dcterms:modified>
</cp:coreProperties>
</file>