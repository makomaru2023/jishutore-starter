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前腕ストレッチ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片方の腕を前に伸ばし、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手のひらを前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に向けます。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反対の手で指を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把持し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手前にゆっくり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引いて前腕を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477720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30秒ほどキープ。反対側も同じように行います。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65885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27785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47556"/>
            <a:ext cx="6786663" cy="934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末梢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の筋肉を緩めると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肩の動き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がスムーズになります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呼吸を止めず、ゆっくり気持ちよく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行いましょう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94007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55907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536957" y="7481812"/>
            <a:ext cx="6688555" cy="951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すぐに止めましょう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伸ばし過ぎず「イタ気持ちいい」手前まで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腕の筋肉を伸ばし、肩や腕のつっぱりをやわらげます。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Codman振り子運動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前後10 + 回し10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20307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テーブルに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健側の手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をつき、前かがみになります。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01143"/>
            <a:ext cx="6688555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ペットボトルを持った手を、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前後にぶらぶら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と振ります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545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164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164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72920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続いて、小さく円を描くように動かします。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33088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50465" y="659758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12365" y="659758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23632"/>
            <a:ext cx="6688555" cy="976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力を入れず、重力で振る感覚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を大事にします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腕の力で振ろうとせず、脱力するのがコツです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力を抜いて腕を揺らし、肩の痛みをやわらげます。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壁伝い挙上(ウォールクライム)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3482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壁に向かって立ち、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指先を壁に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添えます。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0397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15658"/>
            <a:ext cx="6688555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指先で壁を這わせて、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ゆっくり上へ登ります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125521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0399" y="5399811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2299" y="539981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147295"/>
            <a:ext cx="6786663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昨日より1cmでも高く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テープで印をつけると、変化が見えて励みになります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98221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98221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56492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56492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290967"/>
            <a:ext cx="6688555" cy="906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肩をすくめず、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肩を下げたまま行いましょう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強い痛みが出たら中止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壁を使って腕を上げ、肩の動く範囲を広げます。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仰向けでタオル両手挙上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1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肘を伸ばした状態で両手を組みます。</a:t>
            </a:r>
            <a:endParaRPr lang="en-US" sz="21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716756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01143"/>
            <a:ext cx="689379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肘を伸ばしたまま、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</a:t>
            </a:r>
            <a:r>
              <a:rPr lang="ja-JP" altLang="en-US" sz="2000" b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顔の前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ゆっくり挙げます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9384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1003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003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056807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ゆっくり戻し、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これを繰り返し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38937"/>
            <a:ext cx="6786663" cy="99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健側でリードすると、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痛い側も動きやすくなります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無理のない範囲で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痛みを誘発しないようにしましょう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両手で支えて腕を上げ、肩の動きを取り戻します。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胸開きストレッチ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× 左右2回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1172936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05793"/>
            <a:ext cx="6688555" cy="916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壁の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前に立ち、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肘を90度に曲げて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手と前腕を枠に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当てます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478729"/>
            <a:ext cx="7712943" cy="922109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76719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76719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1" y="4490278"/>
            <a:ext cx="6688555" cy="91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片足を前に踏み出し、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体を前に傾けて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胸の前側を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4897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0399" y="576402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2299" y="576402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504706"/>
            <a:ext cx="6786663" cy="939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胸の前の筋肉(大胸筋)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伸びている感覚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を大事に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猫背姿勢の改善にもつながります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676946"/>
            <a:ext cx="7712943" cy="875521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76946"/>
            <a:ext cx="45719" cy="913619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82934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8293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27430" y="6573603"/>
            <a:ext cx="6688555" cy="951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肩に痛みが出たら、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すぐに中止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伸ばしすぎに注意しましょう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胸を開いて姿勢を整え、肩を動かしやすくします。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肩の水平内転ストレッチ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× 左右2回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片方の腕を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胸の前に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水平に伸ばします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114979"/>
            <a:ext cx="7093818" cy="100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反対の手で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000" b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水平に伸ばした方の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</a:t>
            </a:r>
            <a:r>
              <a:rPr lang="ja-JP" altLang="en-US" sz="2000" b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endParaRPr lang="en-US" altLang="ja-JP" sz="2000" b="1" dirty="0">
              <a:solidFill>
                <a:srgbClr val="264A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ゆっくり引き寄せます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527432" y="544869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30秒キープしたら、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も同じように行います。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347556"/>
            <a:ext cx="6786663" cy="95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肩の後ろ側が伸びる感覚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を大事に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デスクワークの方にもおすすめのストレッチです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肩の後ろを伸ばし、腕を反対側へ動かしやすくします。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胸のストレッチ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 × 1回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9929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190612"/>
            <a:ext cx="6688555" cy="937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ストレッチポールを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背骨に沿うように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縦に置き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仰向けに乗ります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356830"/>
            <a:ext cx="7712943" cy="768251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491428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49142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433367"/>
            <a:ext cx="6688555" cy="649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両手を広げて、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ゆっくり深呼吸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を繰り返します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327785"/>
            <a:ext cx="7712943" cy="1075432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94913" y="5608229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56813" y="560822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529787" y="5406387"/>
            <a:ext cx="6786663" cy="9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胸が開き、肩が床に近づく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感覚を味わいましょう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猫背姿勢の改善にもつながります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94007" y="6816875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55907" y="681687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27431" y="6588275"/>
            <a:ext cx="6688555" cy="94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バランスを崩さないよう、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ゆっくり乗り降り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腰が痛む方は膝を立てて行いましょう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胸の筋肉を伸ばし、巻き肩や肩のこりを防ぎます。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肩甲骨寄せ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3482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椅子に座り、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背筋をまっすぐ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3017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両方の肩甲骨を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背中の中心へ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寄せて、3秒止めます。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992625"/>
            <a:ext cx="7712943" cy="800100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1575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4003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081979"/>
            <a:ext cx="668855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ゆっくり力を抜いて、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元の姿勢に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戻ります。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171233"/>
            <a:ext cx="7712943" cy="967680"/>
            <a:chOff x="9527307" y="6750734"/>
            <a:chExt cx="7712943" cy="967680"/>
          </a:xfrm>
        </p:grpSpPr>
        <p:sp>
          <p:nvSpPr>
            <p:cNvPr id="36" name="Shape 33"/>
            <p:cNvSpPr/>
            <p:nvPr/>
          </p:nvSpPr>
          <p:spPr>
            <a:xfrm>
              <a:off x="9527307" y="6750734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009526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025024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41707" y="6750734"/>
              <a:ext cx="6786663" cy="9676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肩をすくめず、肩甲骨だけ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を動かすイメージ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姿勢改善と肩を支える筋肉のトレーニングになります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肩甲骨を寄せ、姿勢を整え肩を動かしやすくします。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スキャプション(肩甲面挙上)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</a:p>
        </p:txBody>
      </p:sp>
      <p:sp>
        <p:nvSpPr>
          <p:cNvPr id="27" name="Text 24"/>
          <p:cNvSpPr/>
          <p:nvPr/>
        </p:nvSpPr>
        <p:spPr>
          <a:xfrm>
            <a:off x="10527432" y="333482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軽いペットボトル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を両手に持ちます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体の斜め前45度へ、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ゆっくり肩の高さまで挙げ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0400" y="535762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2300" y="53576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221224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親指を上に向けて挙げる 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のがコツ。肩の深層筋(棘上筋)を鍛える動きです。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50464" y="6508218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12364" y="650821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9815" y="6235339"/>
            <a:ext cx="6688555" cy="1002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負荷を弱くしたり休んでください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水の量を減らしたり、何も持たずに始めてもOKです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肩を自然な向きで上げ、腕を使う力を取り戻します。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852</Words>
  <Application>Microsoft Macintosh PowerPoint</Application>
  <PresentationFormat>ユーザー設定</PresentationFormat>
  <Paragraphs>318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9</cp:revision>
  <dcterms:created xsi:type="dcterms:W3CDTF">2026-04-19T20:11:14Z</dcterms:created>
  <dcterms:modified xsi:type="dcterms:W3CDTF">2026-05-07T13:57:25Z</dcterms:modified>
</cp:coreProperties>
</file>