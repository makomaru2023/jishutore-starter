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oo-and-pa-right-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・ゆっくり力を入れすぎず、グーパーをしましょう。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・力みすぎると、手が開きにくくなるので注意しましょう。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