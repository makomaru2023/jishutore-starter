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plank-good-bad-ex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・頭から足までまっすぐになるようにして行いましょう。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・お尻が上がってしまうと効果が減少します。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