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low-chair-sitting-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6656" y="479145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・低すぎる椅子に座ることで股関節の脱臼リスクが高まります。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76656" y="561441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・高さ40センチ程度のものに座ることを心がけましょう。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