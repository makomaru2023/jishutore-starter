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ilet-sit-to-stand-with-grab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・トイレの中で立ち上がる際には手すりを把持しましょう。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・手すりを把持したもう一方の手でお尻を拭くようにしましょう。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