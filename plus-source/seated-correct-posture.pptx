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eated-correct-pos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6656" y="479145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・膝に手を置いてまっすぐ綺麗な姿勢で座りましょう。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76656" y="5614416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・普段から、綺麗な姿勢で座ることを心がけましょう。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