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lip-side-to-side-mo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・唇を閉じたまま左右にギュッギュッとしっかり動かします。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・食べこぼしを防ぎ、飲み込みに必要な筋肉を鍛えましょう。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