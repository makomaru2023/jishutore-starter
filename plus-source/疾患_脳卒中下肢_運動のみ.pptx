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4"/>
    <p:sldId id="259" r:id="rId5"/>
    <p:sldId id="261" r:id="rId7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65"/>
    <p:restoredTop sz="94610"/>
  </p:normalViewPr>
  <p:slideViewPr>
    <p:cSldViewPr snapToGrid="0" snapToObjects="1">
      <p:cViewPr>
        <p:scale>
          <a:sx n="64" d="100"/>
          <a:sy n="64" d="100"/>
        </p:scale>
        <p:origin x="71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アキレス腱のストレッチ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各20秒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壁や安定した家具に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両手をつき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、片足を一歩後ろに引きます。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後ろ</a:t>
            </a: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側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かかとを床につけたまま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前側の足に重心を</a:t>
            </a:r>
            <a:endParaRPr lang="en-US" altLang="ja-JP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乗せていき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359337"/>
            <a:ext cx="7712943" cy="8953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303224"/>
            <a:ext cx="6688555" cy="975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ふくらはぎが伸びたところで20秒キープ。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反対側も同じように行います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96491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758391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383896"/>
            <a:ext cx="6874743" cy="9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歩く前に行うと、足首の動きがスムーズ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呼吸を止めず、気持ちいいと感じる範囲で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54251" y="775576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16151" y="77557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536957" y="7522199"/>
            <a:ext cx="6688555" cy="995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強く伸ばしすぎない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ことが大切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「イタ気持ちいい」手前で止めましょう。</a:t>
            </a:r>
            <a:endParaRPr lang="en-US" sz="2000" dirty="0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7171D44F-9B48-224E-BEA5-D6ADB4F7E5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17" r="20038" b="22138"/>
          <a:stretch/>
        </p:blipFill>
        <p:spPr>
          <a:xfrm>
            <a:off x="1075535" y="2818752"/>
            <a:ext cx="7437366" cy="54770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ふくらはぎを伸ばし、足首をやわらかく保ちます。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ハムストリングスのストレッチ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各20秒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浅く座り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、片足を前にまっすぐ伸ばします。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715414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179687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背筋を伸ばしたまま、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上体をゆっくり前に倒します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488226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04419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04419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044190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もも裏が伸びたところで20秒キープ。反対側も同様に。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33088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59758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57770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483287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椅子がぐらつかないか確認してから </a:t>
            </a: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行ってください。転倒防止のため壁側で行うのがおすすめです。</a:t>
            </a:r>
            <a:endParaRPr lang="en-US" sz="1800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2D867952-7797-F640-834C-B68C912FF4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990" r="21037" b="18559"/>
          <a:stretch/>
        </p:blipFill>
        <p:spPr>
          <a:xfrm>
            <a:off x="1267131" y="2818752"/>
            <a:ext cx="7054175" cy="54770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もも裏を伸ばし、歩幅と動きやすさを保ちます。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膝伸ばし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深く座り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、背筋を伸ばします。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71575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片方のひざを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ゆっくり前に伸ばし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、つま先を天井に向けて3秒キープ。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459349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733639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73363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29324" y="5492090"/>
            <a:ext cx="6786663" cy="992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立ち上がりや階段昇降に使う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太ももの大切な筋肉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反動をつけず、ゆっくり動かしましょう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617529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617529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884229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8842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27432" y="6627908"/>
            <a:ext cx="6688555" cy="95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ひざに痛みが出たら、すぐに中止 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しましょう。違和感が続く場合は担当療法士にご相談ください。</a:t>
            </a:r>
            <a:endParaRPr lang="en-US" sz="2000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05588818-F98E-A44A-8258-EE45E8167A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681"/>
          <a:stretch/>
        </p:blipFill>
        <p:spPr>
          <a:xfrm>
            <a:off x="486628" y="3510520"/>
            <a:ext cx="8615180" cy="409349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太もも前の力をつけ、立ち上がりを楽にします。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足上げ(レッグレイズ)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椅子に座り、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背もたれに軽く寄りかかります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199565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片方の太ももを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座面から持ち上げます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ひざは曲げたままでOK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52126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そのまま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3秒キープ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して、ゆっくり下ろします。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37394" y="6304246"/>
            <a:ext cx="6786663" cy="93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歩くときの足の振り出しを助ける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筋肉です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つまずき予防にも効きます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960F7FE5-875A-A043-A125-912D063CE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足を持ち上げる力を保ち、つまずきを防ぎます。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お尻上げ(ブリッジ)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両ひざを立てます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。足は肩幅に開きます。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95250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142931"/>
            <a:ext cx="6688555" cy="906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お尻を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ゆっくり持ち上げ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、肩から膝が一直線になったら</a:t>
            </a:r>
            <a:endParaRPr lang="en-US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5秒キープ。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148336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181468"/>
            <a:ext cx="6786663" cy="8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歩行や立ち座りの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土台となる大切な運動 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下半身リハビリの基本トレーニングです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3"/>
            <a:ext cx="7712943" cy="1122983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45719" cy="112298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3794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3794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277530"/>
            <a:ext cx="6688555" cy="1023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腰を反りすぎない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ように注意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違和感が出たら中止してください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F486D148-4D6C-B444-A64D-6E4210BF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お尻と腰の力を高め、立ち上がりや歩行を支えます。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かかと上げ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テーブルや手すりに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両手をついて立ちます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5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219443"/>
            <a:ext cx="6688555" cy="611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両足のかかとを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ゆっくり持ち上げ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、3秒キープします。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08104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46382" y="524297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08282" y="524297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527432" y="524297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かかとを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ゆっくり下ろし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て、これを繰り返します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41707" y="6364018"/>
            <a:ext cx="6786663" cy="976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歩くときの蹴り出しに使う筋肉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続けると歩幅が広がりやすくなります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72AB8434-807D-5542-8AB0-F519D33AA0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83" r="10581" b="19064"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ふくらはぎを鍛え、歩行や立位を安定させます。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立ち座り練習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椅子の前に立ち、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手すりかテーブルを持ちます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199565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お尻を後ろに引くように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ゆっくり腰を落とします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お尻がつく手前で止まり、ゆっくり立ち上がります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43553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36857" y="570982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698757" y="570982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441707" y="5508424"/>
            <a:ext cx="6786663" cy="9016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立ち座りそのものが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最高のトレーニング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食卓の椅子など生活の中で意識的に行うのも効果的です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59371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27307" y="659371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94007" y="686041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755907" y="686041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27431" y="6604841"/>
            <a:ext cx="6688555" cy="1021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ひざが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つま先より前に出ない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片側だけに体重が偏らないよう注意しましょう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A42733C2-90C8-7742-9EE5-BD0027D0E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立ち上がる力を高め、生活動作を楽にします。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片足立ち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20秒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テーブルに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両手をついて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まっすぐ立ちます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片方の足を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床から少しだけ浮かせ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4992625"/>
            <a:ext cx="7712943" cy="800100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161287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545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54549"/>
            <a:ext cx="6688555" cy="596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できる秒数だけキープ。 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反対側も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同じように行います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330887"/>
            <a:ext cx="7712943" cy="1075458"/>
            <a:chOff x="9527307" y="6910388"/>
            <a:chExt cx="7712943" cy="1075458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441707" y="6963397"/>
              <a:ext cx="6786663" cy="10224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足は高く上げなくてOK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床から数センチ浮かせるだけで十分です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2000" dirty="0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片足で支える力を鍛え、転倒を防ぎます。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横への足上げ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椅子の背か手すりを持ち、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まっすぐ立ちます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200"/>
            <a:ext cx="70938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片方の足を横に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上げます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（30度くらいでOK）。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527432" y="5058058"/>
            <a:ext cx="7349336" cy="95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お尻の筋肉が鍛えられ、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歩くときのふらつきが減ります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呼吸を止めず、ゆっくり行いましょう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46382" y="649757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08282" y="649757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240258"/>
            <a:ext cx="668855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体が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横に倒れない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足は高く上げなくて大丈夫です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EA09BAD7-EAC8-7E48-ACB2-31438B7FD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お尻の横の筋肉を鍛え、歩行を安定させます。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805</Words>
  <Application>Microsoft Macintosh PowerPoint</Application>
  <PresentationFormat>ユーザー設定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游ゴシック</vt:lpstr>
      <vt:lpstr>游ゴシック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10</cp:revision>
  <dcterms:created xsi:type="dcterms:W3CDTF">2026-04-19T20:11:14Z</dcterms:created>
  <dcterms:modified xsi:type="dcterms:W3CDTF">2026-05-01T14:56:19Z</dcterms:modified>
</cp:coreProperties>
</file>