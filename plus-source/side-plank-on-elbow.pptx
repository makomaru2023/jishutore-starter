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plank-on-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・上半身を伸ばした状態で10秒間保持しましょう。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