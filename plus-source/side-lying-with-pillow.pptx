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de-lying-with-pi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・横向きで寝る際には、両足の間にクッションを挟みましょう。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・クッションは、少し硬めの物を使うようにしましょう。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