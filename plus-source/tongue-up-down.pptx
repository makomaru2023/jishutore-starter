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-up-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34272" y="4215384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32688" y="49651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・舌をできるだけ大きく上に出して、次に大きく下に動かしましょう。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57424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・上下にしっかり舌を出して、口の中の筋肉を鍛えましょう。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