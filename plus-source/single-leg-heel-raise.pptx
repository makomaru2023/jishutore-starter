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2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84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454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ingle-leg-heel-raise.png"/>
          <p:cNvPicPr>
            <a:picLocks noChangeAspect="1"/>
          </p:cNvPicPr>
          <p:nvPr/>
        </p:nvPicPr>
        <p:blipFill rotWithShape="1">
          <a:blip r:embed="rId3"/>
          <a:srcRect b="27333"/>
          <a:stretch/>
        </p:blipFill>
        <p:spPr>
          <a:xfrm>
            <a:off x="0" y="0"/>
            <a:ext cx="12191695" cy="4983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・なるべく足の力のみで踵を上げるようにしましょう。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・負荷量が大きい場合には手すりなどを把持して行いましょう。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Macintosh PowerPoint</Application>
  <PresentationFormat>ワイド画面</PresentationFormat>
  <Paragraphs>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Arial</vt:lpstr>
      <vt:lpstr>Calibri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2</cp:revision>
  <dcterms:created xsi:type="dcterms:W3CDTF">2026-07-18T05:11:01Z</dcterms:created>
  <dcterms:modified xsi:type="dcterms:W3CDTF">2026-07-18T08:21:30Z</dcterms:modified>
</cp:coreProperties>
</file>