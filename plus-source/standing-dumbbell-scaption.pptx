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anding-dumbbell-sca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・しっかり肘を伸ばした状態で挙げるようにしましょう。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・約30°程、手を前方に出して行うようにしましょう。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