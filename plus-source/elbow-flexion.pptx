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elbow_flex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13648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・ゆっくり丁寧に肘の曲げ伸ばしを行いましょう。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