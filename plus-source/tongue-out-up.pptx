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tongue-out-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878824" y="3941064"/>
            <a:ext cx="2496312" cy="475488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10秒×2セット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47731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・上を向いて、なるべく大きく舌を上に出しましょう。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54480" y="561441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・口の中の筋肉を鍛えられるようにしっかり行うようにしましょう。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