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dual-task-marching-subtr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・足踏みしながら引き算を行いましょう。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・転倒に注意して支持物を把持して行いましょう。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