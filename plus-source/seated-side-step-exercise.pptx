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side-step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・足を横に踏み出す・戻すを10回行いましょう。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・片方づつ行い、姿勢は真っ直ぐで行いましょう。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