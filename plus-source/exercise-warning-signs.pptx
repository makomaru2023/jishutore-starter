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exercise-warning-sig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・めまい、胸の痛み、強い息苦しさ、冷や汗が出たら中止しましょう。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・強い症状や休んでも治らない場合は、病院受診等を検討しましょう。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