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・週に2〜3回、20分程度のウォーキングを行いましょう。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・なるべく早足でしっかり手を振って歩くようにしましょう。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