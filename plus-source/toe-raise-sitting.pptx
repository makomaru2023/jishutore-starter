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e_raise_si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・つま先をしっかり上げましょう。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・綺麗な姿勢で行うことを心がけましょう。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