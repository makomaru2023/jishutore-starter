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nordic-wal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・15〜20分程度、歩くようにしましょう。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・週に3回程度歩く機会を設けるようにしましょう。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