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Knee-holding exercise (holding both knees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・息を吐きながらゆっくり膝をお腹に近づけましょう。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・痛みを感じたら無理をせず、中止するようにしましょう。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