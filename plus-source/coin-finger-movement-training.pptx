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coin-finger-movement-trai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・一枚ずつコインを把持して裏返しましょう。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・肩や肘には力が入らないように注意しましょう。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