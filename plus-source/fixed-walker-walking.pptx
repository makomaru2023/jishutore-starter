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fixed-walker-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・道具を使って歩くようにしましょう。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