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ep-up-with-han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・玄関の段差を上がる際には手すりを把持しましょう。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・つまづきによる転倒に注意しましょう。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