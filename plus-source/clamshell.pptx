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Clams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1352" y="4370832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・ゆっくり膝を外に広げて、閉じるを繰り返すようにしましょう。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・横向きの姿勢が崩れないように注意しましょう。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