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iagonal-exerc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8584" y="427939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・右手と左足、左手と右足で交互に行いましょう。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・上げた手と足はしっかり伸ばして行うようにしてください。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