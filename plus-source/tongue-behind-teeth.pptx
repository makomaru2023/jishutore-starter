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tongue-behind-tee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878824" y="3941064"/>
            <a:ext cx="2304288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5秒×5セット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47731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・舌先を前歯の裏に押し当てて、5秒キープしましょう。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61441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・舌先を押し当てたまま「アー」「ウー」と大きく口を動かして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554480" y="6080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発声しましょう。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