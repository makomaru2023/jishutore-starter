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trunk-rotation-with-arms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・両腕を大きく広げて首や体を左右へ大きく捻りましょう。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・背筋を伸ばして痛みのない範囲で行うようにしましょう。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