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ep-to-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・段差に昇る時には勢いをつけずに行いましょう。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・バランスが崩れそうな場合には何か支持物を把持しましょう。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