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mouth-o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30428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・「うー」の口の形をして5秒キープしましょう。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・唇や頬の筋肉を鍛え、食べこぼしを防ぎましょう。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