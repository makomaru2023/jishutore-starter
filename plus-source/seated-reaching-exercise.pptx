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reaching-exerc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・姿勢を正してゆっくり手を伸ばしましょう。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・日常生活の中で使う機会を増やしましょう。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