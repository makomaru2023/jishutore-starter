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at-and-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・しっかり背中を丸めた後、背中を反らせましょう。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・呼吸を意識して行うようにしましょう。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