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side-to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96528" y="4306824"/>
            <a:ext cx="2542032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32688" y="49651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・舌をできるだけ大きく右に出して、次に大きく左に動かしましょう。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57424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・左右しっかり舌を出して、口の中の筋肉を鍛えましょう。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