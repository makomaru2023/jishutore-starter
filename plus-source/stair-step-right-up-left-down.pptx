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air-step-right-up-left-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・昇る時には右足から、降りる時には左足から降りましょう。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・綺麗な姿勢で行うように心がけましょう。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