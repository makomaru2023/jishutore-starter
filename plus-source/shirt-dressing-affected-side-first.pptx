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hirt-dressing-affected-side-fir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・麻痺側から先に袖を通して、その後に反対側の腕を通しましょう。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・麻痺のある腕を無理に引っ張らないようにしましょう。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