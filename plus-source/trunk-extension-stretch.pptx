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runk-extension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・背筋を伸ばして体を後ろに倒しましょう。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・息を止めずに腰への負担に注意して行うようにしましょう。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