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8" r:id="rId2"/>
    <p:sldId id="260" r:id="rId3"/>
    <p:sldId id="262" r:id="rId4"/>
    <p:sldId id="263" r:id="rId5"/>
    <p:sldId id="264" r:id="rId6"/>
    <p:sldId id="265" r:id="rId7"/>
    <p:sldId id="266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74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5403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最初は両手の上げ下げ運動です。胸の前で両手を組んで、ゆっくり頭の上まで持ち上げます。これからの運動の準備として、肩まわりをほぐしましょう。腕が真っ直ぐ上まで届かなくても大丈夫。今日上がるところまでで十分です。」
【注意点】
・反動を使わずゆっくり
・無理に上げない、痛みのない範囲で
・腕を上げる時に息を止めない
・肩に鋭い痛みが出る場合はすぐ休む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「体側伸ばしです。普段なかなか伸ばさない、わき腹をしっかり伸ばす運動です。呼吸を止めず、息を吐きながら体を倒しましょう。」
【注意点】
・反動を使わない
・腰や背中に痛みが出たら中止
・お尻はしっかり座面につける
・倒す角度は無理のない範囲で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「座位足踏みと腕振りです。手と足を一緒に動かすことで、体の協調性も保てます。歩いているイメージで、リズムよく動かしましょう。」
【注意点】
・息切れしたら休む
・無理に速く動かない
・椅子に深く座って安定させる
・体調に合わせて時間を調整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「反対の手と膝をタッチする運動です。体幹を使うのに加えて、左右の手足を別々に動かすので、頭の体操にもなります。コグニサイズと呼ばれる運動の一種です。」
【注意点】
・腰に痛みが出たら中止
・無理に膝を高く上げない
・ゆっくりリズムよく
・声を出しながら行うとより効果的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「椅子から立つ・座る練習です。家の中で何度も行う動作ですが、これ自体がとても良いトレーニングになります。ゆっくり行うほど筋肉に効きます。」
【注意点】
・安定した椅子を使う
・ふらつく時は支えを使う
・勢いを使わず丁寧に
・膝や腰が痛い日は中止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片足立ちバランス練習です。転倒予防にもっとも効果的とされている運動のひとつです。必ず椅子やテーブルに手をかけて、安全を確保してから行いましょう。最初は5秒からでも十分。慣れてきたら少しずつ時間を伸ばしていきます。」
【注意点】
・必ず支えを使う
・ふらついたらすぐ両足で立つ
・無理に長く続けない
・めまいを感じたら中止
・足元の障害物を片づけてから行う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「その場歩きです。家の中でも、歩く運動量を確保できる運動です。1分間続けるのが難しければ、30秒からでも構いません。少しずつ伸ばしていきましょう。」
【注意点】
・必ず支えを使う
・息切れしたら中止
・水分補給も忘れずに
・体調が悪い日は無理しない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両手の上げ下げ運動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502384" y="231343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椅子に座り、両手の指を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胸の前で組みます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組んだ両手をゆっくり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頭の上まで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持ち上げます。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ゆっくり胸の前に戻します。10回くり返しましょう。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腕が真っ直ぐ上まで届かなくても大丈夫です</a:t>
            </a: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</a:p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今日上がるところまでで十分です</a:t>
            </a: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肩に鋭い痛みが出たり、めまいを感じたらすぐ</a:t>
            </a:r>
            <a:r>
              <a:rPr lang="ja-JP" altLang="en-US" sz="210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</a:t>
            </a:r>
            <a:endParaRPr lang="en-US" altLang="ja-JP" sz="2100" dirty="0">
              <a:solidFill>
                <a:srgbClr val="7A2D1D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中止しましょう</a:t>
            </a: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899084E2-9A1D-1D40-9BFD-10A55A5FB9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894" t="17" r="26967" b="26716"/>
          <a:stretch/>
        </p:blipFill>
        <p:spPr>
          <a:xfrm>
            <a:off x="1660396" y="2818752"/>
            <a:ext cx="6267645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肩や背中を動かし、姿勢と呼吸を整えます。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体側伸ばし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 各5回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椅子に座り、片手を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頭の上に上げます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67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息を吐きながら、上げた手の反対側へ体をゆっくり倒します。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ゆっくり起こします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。左右5回ずつ行いましょう。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わき腹を伸ばすイメージで、深呼吸しながら気持ちよく行いましょう。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腰や背中に痛みがある時は無理せず、倒す角度を</a:t>
            </a:r>
            <a:endParaRPr lang="en-US" sz="2100" dirty="0">
              <a:solidFill>
                <a:srgbClr val="7A2D1D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小さくしましょう</a:t>
            </a: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9141B821-FA23-5F43-8DB5-2A6D39604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体の横を伸ばし、姿勢と呼吸を楽にします。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座位足踏みと腕振り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30秒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椅子に座り、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両足を床に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つけます。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19" y="4186809"/>
            <a:ext cx="77049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左右の足を交互に上げながら、腕も歩く時のように振ります。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30秒間続けます。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リズムよく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動きましょう。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歩いている自分をイメージしながら行うと</a:t>
            </a: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</a:t>
            </a:r>
          </a:p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自然なリズムになります</a:t>
            </a: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息切れやめまいを感じたら中止し、座って深呼吸して休みましょう。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B678F6C5-7B37-B348-9AB6-68B4B28D91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170" r="20457" b="24129"/>
          <a:stretch/>
        </p:blipFill>
        <p:spPr>
          <a:xfrm>
            <a:off x="918327" y="2818752"/>
            <a:ext cx="7751782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手足を一緒に動かし、歩くリズムと持久力を保ちます。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反対の手と膝をタッチ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 各10回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椅子に座り、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背筋を伸ばします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右手で左膝に軽くタッチします。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19" y="5146929"/>
            <a:ext cx="77049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次に左手で右膝にタッチ。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左右交互に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10回ずつ行いましょう。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声に出して「右、左」と言いながら行うと、頭の体操にもなります。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腰に痛みが出る時は、膝を上げずに手を膝に近づけるだけでOKです。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A69FCD5E-ED98-F44E-BC90-981B2E6BF9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492" r="24800" b="30719"/>
          <a:stretch/>
        </p:blipFill>
        <p:spPr>
          <a:xfrm>
            <a:off x="486628" y="2838243"/>
            <a:ext cx="8615180" cy="543804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手足を協調して動かし、バランスと頭の体操になります。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椅子から立つ・座る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10回</a:t>
            </a:r>
            <a:r>
              <a:rPr lang="en-US" altLang="ja-JP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×1</a:t>
            </a:r>
            <a:r>
              <a:rPr lang="ja-JP" altLang="en-US" sz="255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椅子に浅めに座り、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両足を肩幅に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開きます。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6903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お辞儀をするように体を前に傾け、</a:t>
            </a:r>
            <a:r>
              <a:rPr lang="en-US" sz="2100" b="1" dirty="0" err="1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ゆっくり立ち上がります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ゆっくり座ります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。10回くり返しましょう。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勢いをつけずに「ゆっくり立つ・ゆっくり座る」が</a:t>
            </a: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</a:t>
            </a:r>
          </a:p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効率の良いトレーニングです</a:t>
            </a: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ふらつく時は必ずテーブルや手すりにつかまり、安全を確保しましょう。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7CB8C699-9C10-A14F-BB4B-8EDBC8D4D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立ち座りの力を高め、生活動作を楽にします。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片足立ちバランス練習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</a:t>
            </a: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10秒×3回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椅子の背もたれやテーブルに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片手をかけて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立ちます。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片足を床から少しだけ浮かせ、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5〜10秒キープ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ゆっくり下ろします。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左右3回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ずつ行いましょう。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72420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高く足を上げなくて大丈夫です。床から数センチ浮かせるだけでバランスの練習になります</a:t>
            </a: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ふらつきを感じたらすぐに両足で立ち、無理に長く</a:t>
            </a:r>
            <a:endParaRPr lang="en-US" sz="2100" dirty="0">
              <a:solidFill>
                <a:srgbClr val="7A2D1D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片足立ちを続けないでください</a:t>
            </a: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B46ABC25-4117-C241-89FF-9231677D96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576" t="-366" r="23027" b="16145"/>
          <a:stretch/>
        </p:blipFill>
        <p:spPr>
          <a:xfrm>
            <a:off x="1879588" y="2818752"/>
            <a:ext cx="5829261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片足で支える力を鍛え、転倒を防ぎます。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その場歩き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1分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テーブルや手すりの近くに立ち、片手で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支えを持ちます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その場で歩くように、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足踏みと腕振り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を続けます。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1分間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続けて、休んでもう1セット行いましょう。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744321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雨の日や寒い日でも、家の中で歩く運動量を確保できます。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息が切れたり、足が重くなった時はすぐに座って</a:t>
            </a:r>
            <a:endParaRPr lang="en-US" sz="2100" dirty="0">
              <a:solidFill>
                <a:srgbClr val="7A2D1D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休みましょう</a:t>
            </a: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pic>
        <p:nvPicPr>
          <p:cNvPr id="50" name="図 49">
            <a:extLst>
              <a:ext uri="{FF2B5EF4-FFF2-40B4-BE49-F238E27FC236}">
                <a16:creationId xmlns:a16="http://schemas.microsoft.com/office/drawing/2014/main" id="{B130E700-A904-8547-9B12-F6ACB8626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867" y="2818752"/>
            <a:ext cx="7302703" cy="547702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歩く力と持久力を保ち、外出の自信につなげます。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2240</TotalTime>
  <Words>542</Words>
  <Application>Microsoft Macintosh PowerPoint</Application>
  <PresentationFormat>ユーザー設定</PresentationFormat>
  <Paragraphs>126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游ゴシック</vt:lpstr>
      <vt:lpstr>游ゴシック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誠 安宅</cp:lastModifiedBy>
  <cp:revision>9</cp:revision>
  <dcterms:created xsi:type="dcterms:W3CDTF">2026-05-06T14:18:54Z</dcterms:created>
  <dcterms:modified xsi:type="dcterms:W3CDTF">2026-06-29T19:39:59Z</dcterms:modified>
</cp:coreProperties>
</file>