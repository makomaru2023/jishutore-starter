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upine-hamstring-stretch-with-tow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0496" y="4370832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・タオルをつま先にかけて膝を伸ばした状態で引っ張りましょう。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・無理せず、適度な力で引っ張りましょう。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