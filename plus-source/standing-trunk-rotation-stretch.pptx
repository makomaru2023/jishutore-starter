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anding-trunk-rotation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・両方の膝を伸ばした状態を保持するようにしましょう。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・息を止めずにゆっくりつま先に触れるようにしましょう。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