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leg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0600" y="3931920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・足を上げて下ろす運動を10回行いましょう。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・左右交互に足をしっかり上げるようにしましょう。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