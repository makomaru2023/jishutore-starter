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fullbody-chopstick-training-with-azuk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・一粒ずつ小豆を摘みましょう。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・しっかり摘んで他の容器に移しましょう。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