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eel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16936" y="3465576"/>
            <a:ext cx="2478024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10回×1セット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・足の裏が浮かないように注意して膝を曲げましょう。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・しっかり膝を曲げるようにしましょう。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