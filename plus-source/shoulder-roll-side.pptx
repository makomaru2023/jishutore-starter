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houlder_roll_s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86216" y="4690872"/>
            <a:ext cx="2542032" cy="466344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・肩甲骨を動かすことを意識して行いましょう。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・前回し10回、後ろ回し10回の1セットづつ行います。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