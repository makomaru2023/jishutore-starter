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chopstick-training-with-oted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・お手玉を箸で摘んでゆっくりお椀に運びましょう。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・肩や肘に力が入らないように注意しましょう。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