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de-lying-to-bed-edge-sit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・肘をついてゆっくり起き上がるようにしましょう。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・起き上がった際にはめまい等に注意しましょう。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