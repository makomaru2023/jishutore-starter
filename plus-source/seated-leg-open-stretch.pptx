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leg-open-str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3931920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・足を広げてゆっくり体を倒しましょう。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・息を止めずにゆっくり体を倒していきましょう。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