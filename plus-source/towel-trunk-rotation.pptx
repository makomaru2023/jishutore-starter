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towel-trunk-rot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00600" y="3931920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・肘を伸ばしてタオルをピンっと張って体を回しましょう。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・腰の痛みに注意して行いましょう。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