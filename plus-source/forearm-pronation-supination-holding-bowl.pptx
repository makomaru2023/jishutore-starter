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orearm-pronation-supination-holding-b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・お茶碗を持って内に傾けたり、外に傾けたりしましょう。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・慣れたら、お手玉やビー玉を入れて落とさないようにしてみましょう。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