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wel-wrin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82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・両手で雑巾を絞りましょう。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・肩が上がらないように注意して行いましょう。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