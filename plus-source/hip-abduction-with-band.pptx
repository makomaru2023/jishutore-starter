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hip-abduction-with-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・ゴムチューブを巻いた状態で足を外に広げましょう。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・息を止めずに、足を広げた状態で保持しましょう。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