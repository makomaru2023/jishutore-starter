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takemakoto/Desktop/自主トレサイト資料/premium/文字なし/hip-deep-flexion-shoe-tying-n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76656" y="4791456"/>
            <a:ext cx="11430000" cy="457200"/>
          </a:xfrm>
          <a:prstGeom prst="rect">
            <a:avLst/>
          </a:prstGeom>
          <a:noFill/>
          <a:ln/>
        </p:spPr>
        <p:txBody>
          <a:bodyPr wrap="square" lIns="0" tIns="0" rIns="0" bIns="0" rtlCol="0" anchor="t"/>
          <a:lstStyle/>
          <a:p>
            <a:pPr algn="l" indent="0" marL="0">
              <a:buNone/>
            </a:pPr>
            <a:r>
              <a:rPr lang="en-US" sz="2400" b="1" dirty="0">
                <a:solidFill>
                  <a:srgbClr val="222222"/>
                </a:solidFill>
                <a:latin typeface="游ゴシック" pitchFamily="34" charset="0"/>
                <a:ea typeface="游ゴシック" pitchFamily="34" charset="-122"/>
                <a:cs typeface="游ゴシック" pitchFamily="34" charset="-120"/>
              </a:rPr>
              <a:t>・前屈みになって靴下を履くことは脱臼リスクを高めるため危険です。</a:t>
            </a:r>
            <a:endParaRPr lang="en-US" sz="2400" dirty="0"/>
          </a:p>
        </p:txBody>
      </p:sp>
      <p:sp>
        <p:nvSpPr>
          <p:cNvPr id="4" name="Text 1"/>
          <p:cNvSpPr/>
          <p:nvPr/>
        </p:nvSpPr>
        <p:spPr>
          <a:xfrm>
            <a:off x="676656" y="5614416"/>
            <a:ext cx="11430000" cy="457200"/>
          </a:xfrm>
          <a:prstGeom prst="rect">
            <a:avLst/>
          </a:prstGeom>
          <a:noFill/>
          <a:ln/>
        </p:spPr>
        <p:txBody>
          <a:bodyPr wrap="square" lIns="0" tIns="0" rIns="0" bIns="0" rtlCol="0" anchor="t"/>
          <a:lstStyle/>
          <a:p>
            <a:pPr algn="l" indent="0" marL="0">
              <a:buNone/>
            </a:pPr>
            <a:r>
              <a:rPr lang="en-US" sz="2400" b="1" dirty="0">
                <a:solidFill>
                  <a:srgbClr val="222222"/>
                </a:solidFill>
                <a:latin typeface="游ゴシック" pitchFamily="34" charset="0"/>
                <a:ea typeface="游ゴシック" pitchFamily="34" charset="-122"/>
                <a:cs typeface="游ゴシック" pitchFamily="34" charset="-120"/>
              </a:rPr>
              <a:t>・リハビリの担当者に相談するか、靴下の着脱は家族へお願いしましょう。</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2026-07-18T05:11:01Z</dcterms:created>
  <dcterms:modified xsi:type="dcterms:W3CDTF">2026-07-18T05:11:01Z</dcterms:modified>
</cp:coreProperties>
</file>