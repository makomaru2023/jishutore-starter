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bathtub-step-over-with-handr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・浴槽をまたぐ際には、手すりを把持して行いましょう。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・足元が滑らないように注意して行いましょう。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