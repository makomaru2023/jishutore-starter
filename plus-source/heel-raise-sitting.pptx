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heel_raise_sit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86216" y="46908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・踵をしっかり上げましょう。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・綺麗な姿勢で行うことを心がけましょう。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