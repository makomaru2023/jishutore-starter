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ain-scale-n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・今の痛みの強さを0〜10の数字で表しましょう。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・0は「痛みなし」、10は「今までで一番大きい痛み」を表します。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