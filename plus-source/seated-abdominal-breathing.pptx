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eated-abdominal-breath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71432" y="4151376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5回×3セット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・綺麗な姿勢で腹式呼吸を行いましょう。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・お腹が膨らむように意識して息を吸いましょう。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