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lding-towel-with-both-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・両手を使ってタオルを畳みましょう。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・日常生活の中で行うことが大切です。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