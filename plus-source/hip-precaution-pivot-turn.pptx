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precaution-pivot-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・足を内側へ捻らないように注意しましょう。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・方向転換時には、足を軸に回らず、小さく踏み替えましょう。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