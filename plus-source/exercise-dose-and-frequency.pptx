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takemakoto/Desktop/自主トレサイト資料/premium/文字なし/exercise-dose-and-frequenc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94714" y="4803343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・10回を2セット行いましょう。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1594714" y="5636362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・朝と夕方に行いましょう。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2026-08-01T14:30:47Z</dcterms:created>
  <dcterms:modified xsi:type="dcterms:W3CDTF">2026-08-01T14:30:47Z</dcterms:modified>
</cp:coreProperties>
</file>