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takemakoto/Desktop/自主トレサイト資料/premium/文字なし/shoulder-horizontal-adduction-stretch.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4800600" y="3931920"/>
            <a:ext cx="2514600" cy="475488"/>
          </a:xfrm>
          <a:prstGeom prst="rect">
            <a:avLst/>
          </a:prstGeom>
          <a:solidFill>
            <a:srgbClr val="FFF200"/>
          </a:solidFill>
          <a:ln/>
        </p:spPr>
        <p:txBody>
          <a:bodyPr wrap="square" lIns="12700" tIns="12700" rIns="12700" bIns="12700" rtlCol="0" anchor="ctr"/>
          <a:lstStyle/>
          <a:p>
            <a:pPr algn="ctr" indent="0" marL="0">
              <a:buNone/>
            </a:pPr>
            <a:r>
              <a:rPr lang="en-US" sz="2400" b="1" dirty="0">
                <a:solidFill>
                  <a:srgbClr val="000000"/>
                </a:solidFill>
                <a:latin typeface="游ゴシック" pitchFamily="34" charset="0"/>
                <a:ea typeface="游ゴシック" pitchFamily="34" charset="-122"/>
                <a:cs typeface="游ゴシック" pitchFamily="34" charset="-120"/>
              </a:rPr>
              <a:t>10秒×2セット</a:t>
            </a:r>
            <a:endParaRPr lang="en-US" sz="2400" dirty="0"/>
          </a:p>
        </p:txBody>
      </p:sp>
      <p:sp>
        <p:nvSpPr>
          <p:cNvPr id="4" name="Text 1"/>
          <p:cNvSpPr/>
          <p:nvPr/>
        </p:nvSpPr>
        <p:spPr>
          <a:xfrm>
            <a:off x="1554480" y="5230368"/>
            <a:ext cx="10515600" cy="457200"/>
          </a:xfrm>
          <a:prstGeom prst="rect">
            <a:avLst/>
          </a:prstGeom>
          <a:noFill/>
          <a:ln/>
        </p:spPr>
        <p:txBody>
          <a:bodyPr wrap="square" lIns="0" tIns="0" rIns="0" bIns="0" rtlCol="0" anchor="t"/>
          <a:lstStyle/>
          <a:p>
            <a:pPr algn="l" indent="0" marL="0">
              <a:buNone/>
            </a:pPr>
            <a:r>
              <a:rPr lang="en-US" sz="2400" b="1" dirty="0">
                <a:solidFill>
                  <a:srgbClr val="222222"/>
                </a:solidFill>
                <a:latin typeface="游ゴシック" pitchFamily="34" charset="0"/>
                <a:ea typeface="游ゴシック" pitchFamily="34" charset="-122"/>
                <a:cs typeface="游ゴシック" pitchFamily="34" charset="-120"/>
              </a:rPr>
              <a:t>・肩に痛みが出ないように注意してゆっくり肘を手前に引きましょう。</a:t>
            </a:r>
            <a:endParaRPr lang="en-US" sz="2400" dirty="0"/>
          </a:p>
        </p:txBody>
      </p:sp>
      <p:sp>
        <p:nvSpPr>
          <p:cNvPr id="5" name="Text 2"/>
          <p:cNvSpPr/>
          <p:nvPr/>
        </p:nvSpPr>
        <p:spPr>
          <a:xfrm>
            <a:off x="1554480" y="5934456"/>
            <a:ext cx="10515600" cy="457200"/>
          </a:xfrm>
          <a:prstGeom prst="rect">
            <a:avLst/>
          </a:prstGeom>
          <a:noFill/>
          <a:ln/>
        </p:spPr>
        <p:txBody>
          <a:bodyPr wrap="square" lIns="0" tIns="0" rIns="0" bIns="0" rtlCol="0" anchor="t"/>
          <a:lstStyle/>
          <a:p>
            <a:pPr algn="l" indent="0" marL="0">
              <a:buNone/>
            </a:pPr>
            <a:r>
              <a:rPr lang="en-US" sz="2400" b="1" dirty="0">
                <a:solidFill>
                  <a:srgbClr val="222222"/>
                </a:solidFill>
                <a:latin typeface="游ゴシック" pitchFamily="34" charset="0"/>
                <a:ea typeface="游ゴシック" pitchFamily="34" charset="-122"/>
                <a:cs typeface="游ゴシック" pitchFamily="34" charset="-120"/>
              </a:rPr>
              <a:t>・息を止めずにゆっくり伸ばしていきましょう。</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2026-07-18T05:11:01Z</dcterms:created>
  <dcterms:modified xsi:type="dcterms:W3CDTF">2026-07-18T05:11:01Z</dcterms:modified>
</cp:coreProperties>
</file>