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4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8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74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324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パタカラ体操（お口と舌のトレーニング）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4160" y="1198880"/>
            <a:ext cx="2600960" cy="5181600"/>
          </a:xfrm>
          <a:prstGeom prst="roundRect">
            <a:avLst>
              <a:gd name="adj" fmla="val 6328"/>
            </a:avLst>
          </a:prstGeom>
          <a:solidFill>
            <a:srgbClr val="F2D0CF"/>
          </a:solidFill>
          <a:ln/>
        </p:spPr>
      </p:sp>
      <p:pic>
        <p:nvPicPr>
          <p:cNvPr id="4" name="Image 0" descr="/private/tmp/claude-501/-Users-atakemakoto-Desktop-----------premium/45a13eef-dd5c-4957-b8d2-e0036abc37ad/scratchpad/patakara_faces/face1.png"/>
          <p:cNvPicPr>
            <a:picLocks noChangeAspect="1"/>
          </p:cNvPicPr>
          <p:nvPr/>
        </p:nvPicPr>
        <p:blipFill rotWithShape="1">
          <a:blip r:embed="rId3"/>
          <a:srcRect t="21192"/>
          <a:stretch/>
        </p:blipFill>
        <p:spPr>
          <a:xfrm>
            <a:off x="335280" y="2111248"/>
            <a:ext cx="2458720" cy="3090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400" y="12395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6720" y="5323840"/>
            <a:ext cx="2316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【パ】唇をはじく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26720" y="5733288"/>
            <a:ext cx="2316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食べこぼしを防ぐ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281680" y="1198880"/>
            <a:ext cx="2631440" cy="5181600"/>
          </a:xfrm>
          <a:prstGeom prst="roundRect">
            <a:avLst>
              <a:gd name="adj" fmla="val 6255"/>
            </a:avLst>
          </a:prstGeom>
          <a:solidFill>
            <a:srgbClr val="D1E2B5"/>
          </a:solidFill>
          <a:ln/>
        </p:spPr>
      </p:sp>
      <p:pic>
        <p:nvPicPr>
          <p:cNvPr id="9" name="Image 1" descr="/private/tmp/claude-501/-Users-atakemakoto-Desktop-----------premium/45a13eef-dd5c-4957-b8d2-e0036abc37ad/scratchpad/patakara_faces/face2.png"/>
          <p:cNvPicPr>
            <a:picLocks noChangeAspect="1"/>
          </p:cNvPicPr>
          <p:nvPr/>
        </p:nvPicPr>
        <p:blipFill rotWithShape="1">
          <a:blip r:embed="rId4"/>
          <a:srcRect t="19974"/>
          <a:stretch/>
        </p:blipFill>
        <p:spPr>
          <a:xfrm>
            <a:off x="3352800" y="2063496"/>
            <a:ext cx="2489200" cy="31384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3920" y="12395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タ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444240" y="5323840"/>
            <a:ext cx="2346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【タ】舌先を上あごに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444240" y="5724896"/>
            <a:ext cx="2346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食べ物をのどへ送る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309360" y="1198880"/>
            <a:ext cx="2611120" cy="5181600"/>
          </a:xfrm>
          <a:prstGeom prst="roundRect">
            <a:avLst>
              <a:gd name="adj" fmla="val 6304"/>
            </a:avLst>
          </a:prstGeom>
          <a:solidFill>
            <a:srgbClr val="C0E5F2"/>
          </a:solidFill>
          <a:ln/>
        </p:spPr>
      </p:sp>
      <p:pic>
        <p:nvPicPr>
          <p:cNvPr id="14" name="Image 2" descr="/private/tmp/claude-501/-Users-atakemakoto-Desktop-----------premium/45a13eef-dd5c-4957-b8d2-e0036abc37ad/scratchpad/patakara_faces/face3.png"/>
          <p:cNvPicPr>
            <a:picLocks noChangeAspect="1"/>
          </p:cNvPicPr>
          <p:nvPr/>
        </p:nvPicPr>
        <p:blipFill rotWithShape="1">
          <a:blip r:embed="rId5"/>
          <a:srcRect t="19974"/>
          <a:stretch/>
        </p:blipFill>
        <p:spPr>
          <a:xfrm>
            <a:off x="6380480" y="2063496"/>
            <a:ext cx="2468880" cy="31384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51600" y="12395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329680" y="5306568"/>
            <a:ext cx="2611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【カ】のどの奥を閉じる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471920" y="5715110"/>
            <a:ext cx="2326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飲み込む力をつける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9316720" y="1198880"/>
            <a:ext cx="2651760" cy="5181600"/>
          </a:xfrm>
          <a:prstGeom prst="roundRect">
            <a:avLst>
              <a:gd name="adj" fmla="val 6207"/>
            </a:avLst>
          </a:prstGeom>
          <a:solidFill>
            <a:srgbClr val="F9EFA8"/>
          </a:solidFill>
          <a:ln/>
        </p:spPr>
      </p:sp>
      <p:pic>
        <p:nvPicPr>
          <p:cNvPr id="19" name="Image 3" descr="/private/tmp/claude-501/-Users-atakemakoto-Desktop-----------premium/45a13eef-dd5c-4957-b8d2-e0036abc37ad/scratchpad/patakara_faces/face4.png"/>
          <p:cNvPicPr>
            <a:picLocks noChangeAspect="1"/>
          </p:cNvPicPr>
          <p:nvPr/>
        </p:nvPicPr>
        <p:blipFill rotWithShape="1">
          <a:blip r:embed="rId6"/>
          <a:srcRect t="19974"/>
          <a:stretch/>
        </p:blipFill>
        <p:spPr>
          <a:xfrm>
            <a:off x="9387840" y="2063496"/>
            <a:ext cx="2509520" cy="31384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58960" y="123952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A3A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ラ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9479280" y="5323840"/>
            <a:ext cx="236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【ラ】舌を丸めて弾く</a:t>
            </a: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9479280" y="5715110"/>
            <a:ext cx="236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舌の動きを滑らかに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</Words>
  <Application>Microsoft Macintosh PowerPoint</Application>
  <PresentationFormat>ワイド画面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誠 安宅</cp:lastModifiedBy>
  <cp:revision>2</cp:revision>
  <dcterms:created xsi:type="dcterms:W3CDTF">2026-07-14T22:27:00Z</dcterms:created>
  <dcterms:modified xsi:type="dcterms:W3CDTF">2026-07-15T03:24:13Z</dcterms:modified>
</cp:coreProperties>
</file>