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eated-ankle-circles-with-knee-exte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71432" y="4151376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・膝を伸ばした状態で足首を回す運動を行いましょう。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・時計回り、反時計回り行い、左右両方行うようにしましょう。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