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clothespin-pinch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551176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・洗濯バサミを使って指力を強くしましょう。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・肩に力が入りすぎないように注意してください。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