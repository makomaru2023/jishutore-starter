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hyperflexion-squat-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・しゃがみ込むことは危険ですので避けるようにしましょう。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・必要性が高い時には、リハビリ担当者に相談するようにしましょう。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