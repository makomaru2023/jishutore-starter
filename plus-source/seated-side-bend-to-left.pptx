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eated-side-bend-to-le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71432" y="4151376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10秒×3セット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・右手を挙げて左側に体を倒して10秒間保持しましょう。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・息を止めないようにしましょう。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