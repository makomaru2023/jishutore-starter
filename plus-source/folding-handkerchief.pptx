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olding-handkerch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・姿勢を正してハンカチを畳みましょう。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・日常生活の中で行いましょう。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