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jogging-in-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82328" y="4059936"/>
            <a:ext cx="2551176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91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・しっかり腕を振って足踏みを行いましょう。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・転倒しないように何か支持物を把持しても良いです。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