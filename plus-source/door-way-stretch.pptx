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door-way-stre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00600" y="3931920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・体を前方に傾けて胸の筋肉を伸ばしましょう。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・胸の筋肉が伸びた状態を10秒キープしたら姿勢を戻します。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