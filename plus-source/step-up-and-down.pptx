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up-and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・足を踏み出す・戻すを繰り返しましょう。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