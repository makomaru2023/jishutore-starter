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heelchair-seating-ti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・深く腰掛けてまっすぐな姿勢で座りましょう。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・足置きの上に足を乗せましょう。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