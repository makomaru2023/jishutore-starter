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4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97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「最初に座位姿勢を整えます。良い姿勢は運動の効果を高めるだけでなく、呼吸も深くなります。頭のてっぺんから糸で引っ張られるイメージで、10秒キープしましょう。」
【注意点】
・反らせすぎない
・腰に痛みが出たら中止
・自然な呼吸を続ける
・無理に胸を張りすぎない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「首の横倒しです。肩こりが出やすい首まわりをほぐす運動です。耳を肩に近づけるイメージで、ゆっくり倒しましょう。首を回す動きはしないので、めまいが出やすい方も安全に行えます。」
【注意点】
・反動を使わずゆっくり
・しびれや強い痛みが出たら中止
・首を回す動きはしない
・痛みのない範囲で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「肩回しです。両手を肩にのせて、肘で大きな円を描くようにゆっくり前後に回します。肩甲骨を動かすイメージで行うと、肩こりや巻き肩の予防にも役立ちます。」
【注意点】
・反動を使わない
・痛みが出る範囲では行わない
・腕を高く上げなくてOK
・肩がゴリゴリ鳴る程度なら問題なし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「体幹ひねりです。後ろを振り向く動作の練習にもなり、生活動作にも役立つ運動です。お尻は動かさず上半身だけひねります。」
【注意点】
・反動を使わない
・腰に痛みが出たら中止
・お尻は動かさない
・呼吸を止めない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「膝伸ばしです。太ももの前の筋肉を使う運動で、立ち上がりや階段の上り下りに必要な力を保ちます。」
【注意点】
・反動を使わずゆっくり
・膝に強い痛みが出たら中止
・伸ばしきれなくてもOK
・呼吸を止めない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「もも上げです。歩く時の足の振り出しに必要な股関節の筋肉を使います。無理に高く上げず、軽く床から離れる程度で十分です。」
【注意点】
・反動を使わずゆっくり
・腰や股関節に痛みが出たら中止
・椅子の縁を持って安定
・無理に高く上げない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「つま先上げです。すねの前の筋肉を使う運動で、つまずき予防にとても大切です。かかとは床につけたまま、つま先だけを上に持ち上げます。」
【注意点】
・反動を使わずゆっくり
・すねが疲れてきたら休む
・痛みが出たら中止
・両足同時で行うと効率的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「かかと上げです。ふくらはぎの筋肉を使う運動で、歩く時の蹴り出しを保つのに役立ちます。つま先は床につけたまま、かかとをゆっくり上下します。」
【注意点】
・反動を使わない
・ふくらはぎがつりそうな時は中止
・無理に高く上げなくてOK
・両足同時で行いやすい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「最後は座位足踏みです。座ったまま歩く動きをすることで、活動量を保ちます。腕も一緒に振るとより全身運動になります。」
【注意点】
・息切れしたら休む
・無理に速く動かない
・椅子に深く座る
・体調に合わせて時間を調整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座位姿勢を整える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10秒 × 3回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椅子に深く座り、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両足を床に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19" y="4186809"/>
            <a:ext cx="77194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頭のてっぺんから糸で引っ張られるように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背筋を伸ばします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10秒キープ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。3回くり返しましょう。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良い姿勢は呼吸も深くなり、運動の効果も高まります。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腰に強い痛みが出る場合は無理せず、楽な姿勢で運動しましょう。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6385000F-E097-F34F-B8A3-0A8CABC48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67" y="2818752"/>
            <a:ext cx="7302702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良い姿勢をつくり、運動の効果と呼吸を高めます。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首の横倒し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各5回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肩の力を抜きます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右の耳を右肩に近づけるように、首をゆっくり倒します。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371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ゆっくり真ん中に戻し、次に左に倒します。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左右5回ずつ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肩が一緒に上がらないように、首だけをゆっくり倒すのがコツです。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首にしびれや強い痛みが出たらすぐ中止しましょう。回す動きはしないでください。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5C2C9B23-21B7-FE45-AD33-65896B468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首まわりをやわらかく保ち、肩こりを防ぎます。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肩回し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前後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椅子に座り、両手を肩に軽くのせます。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肘で大きな円を描くように、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ゆっくり前回し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後ろ回し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を10回。肩甲骨が動くのを感じましょう。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2420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腕を高く上げなくて大丈夫。肘で円を描く意識でゆっくり動かしましょう。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7004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肩関節に強い痛みがある日は無理せず、痛みのない範囲で小さく回しましょう。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F4CD484-4572-F54B-9C07-D15A632954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43" r="32755" b="30719"/>
          <a:stretch/>
        </p:blipFill>
        <p:spPr>
          <a:xfrm>
            <a:off x="2241954" y="2818752"/>
            <a:ext cx="5104528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肩の動きをなめらかにし、肩こりを防ぎます。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体幹ひねり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椅子に座り、両手を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胸の前で組みます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顔と上半身をゆっくり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右にひねります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ゆっくり戻して左にひねります。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左右10回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後ろを振り向く動作の練習にもなります。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腰に強い痛みがある時は無理にひねらず、小さな範囲で行いましょう。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4BA60108-2E88-BB43-BBA9-322118370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体をひねる動きを保ち、振り向きを楽にします。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膝伸ばし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椅子に深く座り、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背筋を伸ばします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片足の膝をゆっくり伸ばし、つま先を天井に向けます。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5秒キープ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してゆっくり下ろします。左右10回ずつ。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立ち上がりや階段の上り下りに必要な筋肉の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トレーニングです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膝に強い痛みが出る場合は中止し、無理に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伸ば</a:t>
            </a:r>
            <a:r>
              <a:rPr lang="ja-JP" altLang="en-US" sz="210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</a:t>
            </a: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ないでください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EB8DAE5-D84E-EC41-A2A5-7BBFD8BF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太もも前の力をつけ、立ち上がりを楽にします。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もも上げ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椅子に深く座り、両手</a:t>
            </a:r>
            <a:r>
              <a:rPr lang="ja-JP" altLang="en-US" sz="210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を自分の腰にあてます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片方の太ももをゆっくり持ち上げます。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左右10回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2420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歩く時の足の振り出しに必要な筋肉です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高く上げなくてOKです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股関節や腰に強い痛みが出る場合は中止しましょう。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54683B53-F581-E246-8238-F24F1854D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足を持ち上げる力を保ち、つまずきを防ぎます。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かかとを床に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つけたまま準備します。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つま先だけを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ゆっくり上に持ち上げます。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72420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すねの前の筋肉がつまずき予防に大切です。じわっとくる程度がちょうど良い負荷です。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足首やすねに鋭い痛みが出る場合は中止しましょう。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41E40EB-3CDF-264A-8325-BD965430A2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56" r="17456" b="18312"/>
          <a:stretch/>
        </p:blipFill>
        <p:spPr>
          <a:xfrm>
            <a:off x="960871" y="2818752"/>
            <a:ext cx="7666694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すねの筋肉を鍛え、つまずきを防ぎます。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かかと上げ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両足を床に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3925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つま先を床につけたまま、かかとをゆっくり持ち上げます。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210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ふくらはぎの筋肉を使うことで、歩く時の蹴り出しが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ja-JP" altLang="en-US" sz="210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保たれます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210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ふくらはぎに強い張りやつりそうな感覚が出た時には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ja-JP" altLang="en-US" sz="2100">
                <a:solidFill>
                  <a:srgbClr val="7A2D1D"/>
                </a:solidFill>
                <a:latin typeface="Yu Gothic" pitchFamily="34" charset="0"/>
                <a:ea typeface="Yu Gothic" pitchFamily="34" charset="-122"/>
              </a:rPr>
              <a:t>中止しましょう。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3CF698CB-89F9-CF48-8F6F-BC1289613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55" r="21076" b="17486"/>
          <a:stretch/>
        </p:blipFill>
        <p:spPr>
          <a:xfrm>
            <a:off x="1301468" y="2818752"/>
            <a:ext cx="698550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ふくらはぎを鍛え、歩行や立位を安定させます。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座位足踏み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椅子に座り、背筋を軽く伸ばします。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その場で歩くように、左右の足を交互に持ち上げます。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30秒間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続けます。腕も振るとより全身運動になります。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音楽に合わせると楽しく続けられます。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210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息切れやめまいを感じたら中止し、座って深呼吸を</a:t>
            </a:r>
            <a:endParaRPr lang="en-US" altLang="ja-JP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ja-JP" altLang="en-US" sz="210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EC8C41-CD46-8A46-AAA3-DF708B5A94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016" r="26922" b="22609"/>
          <a:stretch/>
        </p:blipFill>
        <p:spPr>
          <a:xfrm>
            <a:off x="1958162" y="2818752"/>
            <a:ext cx="5672112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座ったまま足を動かし、血行と歩く力を保ちます。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663</Words>
  <Application>Microsoft Macintosh PowerPoint</Application>
  <PresentationFormat>ユーザー設定</PresentationFormat>
  <Paragraphs>159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游ゴシック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7</cp:revision>
  <dcterms:created xsi:type="dcterms:W3CDTF">2026-05-06T14:18:54Z</dcterms:created>
  <dcterms:modified xsi:type="dcterms:W3CDTF">2026-06-29T03:09:16Z</dcterms:modified>
</cp:coreProperties>
</file>