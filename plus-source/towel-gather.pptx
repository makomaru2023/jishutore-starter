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owel-g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・足の指でタオルを手繰り寄せましょう。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・指の力のみで他の部位には力を入れないようにしましょう。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