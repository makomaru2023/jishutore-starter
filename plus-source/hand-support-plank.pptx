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hand-support-pl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1352" y="4370832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・頭から足までまっすぐな状態でキープしましょう。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・息を止めずにしっかり肘を伸ばした状態にしましょう。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