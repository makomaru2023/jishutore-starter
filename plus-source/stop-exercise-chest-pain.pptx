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stop-exercise-chest-p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94714" y="4803343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・胸に痛みがあるときには運動を中止するようにしましょう。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94714" y="563636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・胸の痛みが続く場合は、医療機関の受診も検討しましょう。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2026-08-01T14:30:47Z</dcterms:created>
  <dcterms:modified xsi:type="dcterms:W3CDTF">2026-08-01T14:30:47Z</dcterms:modified>
</cp:coreProperties>
</file>