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overhead-reach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・両手を上に上げて脇から下をしっかり伸ばしましょう。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・息を止めずに、伸ばした状態で止めましょう。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