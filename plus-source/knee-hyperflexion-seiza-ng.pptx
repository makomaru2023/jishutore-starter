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knee-hyperflexion-seiza-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・膝の手術後に正座は、避けておきましょう。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・膝の痛みの誘発等が考えられるため注意しましょう。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