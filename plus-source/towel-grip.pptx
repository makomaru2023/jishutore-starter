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wel_g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86216" y="4690872"/>
            <a:ext cx="2542032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10秒×3セット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・タオルをギュッと10秒間握りましょう。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・息を止めないように注意しましょう。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