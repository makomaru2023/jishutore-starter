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anding-right-side-bend-with-tow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・体をまっすぐにした状態で右に体を倒しましょう。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・勢いをつけずに、ゆっくり脇の下を伸ばしましょう。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