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capular-retraction-exerc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00600" y="3931920"/>
            <a:ext cx="2514600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・肘をゆっくり曲げて、ゆっくり伸ばしましょう。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・息を止めずにできる範囲で行いましょう。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