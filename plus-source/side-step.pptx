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ide-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・綺麗な姿勢で足を横に踏み出しましょう。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・バランスが崩れそうな時には手すり等を把持して行いましょう。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