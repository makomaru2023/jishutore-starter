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tongue-to-pal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878824" y="3941064"/>
            <a:ext cx="2304288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5秒×5セット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47731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・舌を上顎に押し付けて、5秒キープしましょう。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61441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・しっかり押し付けて、口の中の筋肉を鍛えましょう。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