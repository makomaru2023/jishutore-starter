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eating-with-spo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・姿勢を正してスプーンでご飯を食べましょう。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・スプーンに慣れたら箸で食べるのも検討しましょう。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