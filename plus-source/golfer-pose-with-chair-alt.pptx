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golfer-pose-with-chair-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・片方の足を後ろに引いて床から物を拾うようにしましょう。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・把持するものは、なるべく動きづらいものにしましょう。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