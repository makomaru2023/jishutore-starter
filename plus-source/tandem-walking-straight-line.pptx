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tandem-walking-straight-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・かかとを反対側のつま先に近づけ、一直線上を歩きましょう。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・手すりや壁の近くで行い、転倒に注意しましょう。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