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oot-ro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・ゴルフボールで土踏まずのマッサージを行いましょう。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・痛みに注意して行うようにしましょう。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