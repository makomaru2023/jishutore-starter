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quadriceps-setting-with-tow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6216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10秒×5セット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・膝下のタオルを押し潰すように力を入れましょう。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・息を止めないように心がけましょう。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