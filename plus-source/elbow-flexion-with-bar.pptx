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elbow-flexion-with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・ゆっくり丁寧に行いましょう。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・負荷を高めるために、棒の真ん中に重錘をつけることも可能です。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