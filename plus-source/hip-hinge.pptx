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atakemakoto/Desktop/自主トレサイト資料/premium/文字なし/hip-hin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531352" y="4370832"/>
            <a:ext cx="2514600" cy="475488"/>
          </a:xfrm>
          <a:prstGeom prst="rect">
            <a:avLst/>
          </a:prstGeom>
          <a:solidFill>
            <a:srgbClr val="FFF200"/>
          </a:solidFill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10回×2セット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1554480" y="5230368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・肩幅ほどに足を広げて、お尻を後ろに下ろしましょう。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1554480" y="5934456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・体を前傾させて、お尻を落としていきましょう。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2026-07-18T05:11:01Z</dcterms:created>
  <dcterms:modified xsi:type="dcterms:W3CDTF">2026-07-18T05:11:01Z</dcterms:modified>
</cp:coreProperties>
</file>