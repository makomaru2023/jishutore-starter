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thumb-pinky-opposi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51392" y="4370832"/>
            <a:ext cx="219456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・しっかり開いたあと、親指と小指をくっつけましょう。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・親指と小指以外の力は、抜いて行いましょう。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